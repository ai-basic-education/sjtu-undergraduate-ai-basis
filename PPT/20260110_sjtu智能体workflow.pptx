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1"/>
  </p:notesMasterIdLst>
  <p:sldIdLst>
    <p:sldId id="402" r:id="rId2"/>
    <p:sldId id="410" r:id="rId3"/>
    <p:sldId id="411" r:id="rId4"/>
    <p:sldId id="412" r:id="rId5"/>
    <p:sldId id="413" r:id="rId6"/>
    <p:sldId id="414" r:id="rId7"/>
    <p:sldId id="415" r:id="rId8"/>
    <p:sldId id="416" r:id="rId9"/>
    <p:sldId id="41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B69DFB80-B5BC-48E0-80FE-4ED0177BD580}">
          <p14:sldIdLst/>
        </p14:section>
        <p14:section name="目录" id="{1DB634BC-67DB-4FB5-8157-421A31776DC7}">
          <p14:sldIdLst/>
        </p14:section>
        <p14:section name="内页" id="{D8AA7242-BF9E-4CF6-AFB9-CF0262DF09CA}">
          <p14:sldIdLst>
            <p14:sldId id="402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</p14:sldIdLst>
        </p14:section>
        <p14:section name="无标题节" id="{33D30A7E-B0CC-4829-9BF3-5A8EF43A311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2418"/>
    <a:srgbClr val="B4E698"/>
    <a:srgbClr val="FDEEC8"/>
    <a:srgbClr val="DEF3DC"/>
    <a:srgbClr val="C8D3FB"/>
    <a:srgbClr val="71B2F5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774" autoAdjust="0"/>
  </p:normalViewPr>
  <p:slideViewPr>
    <p:cSldViewPr snapToGrid="0">
      <p:cViewPr>
        <p:scale>
          <a:sx n="133" d="100"/>
          <a:sy n="133" d="100"/>
        </p:scale>
        <p:origin x="47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y Z" userId="a91907b6daa823cf" providerId="LiveId" clId="{27415FAF-2FC5-8F47-B8A7-503D283D6299}"/>
    <pc:docChg chg="undo custSel modSld sldOrd">
      <pc:chgData name="Joey Z" userId="a91907b6daa823cf" providerId="LiveId" clId="{27415FAF-2FC5-8F47-B8A7-503D283D6299}" dt="2025-08-19T11:49:35.172" v="155" actId="20577"/>
      <pc:docMkLst>
        <pc:docMk/>
      </pc:docMkLst>
      <pc:sldChg chg="modSp mod">
        <pc:chgData name="Joey Z" userId="a91907b6daa823cf" providerId="LiveId" clId="{27415FAF-2FC5-8F47-B8A7-503D283D6299}" dt="2025-08-19T10:44:33.965" v="154" actId="1076"/>
        <pc:sldMkLst>
          <pc:docMk/>
          <pc:sldMk cId="3451848383" sldId="256"/>
        </pc:sldMkLst>
        <pc:picChg chg="mod">
          <ac:chgData name="Joey Z" userId="a91907b6daa823cf" providerId="LiveId" clId="{27415FAF-2FC5-8F47-B8A7-503D283D6299}" dt="2025-08-19T10:44:33.965" v="154" actId="1076"/>
          <ac:picMkLst>
            <pc:docMk/>
            <pc:sldMk cId="3451848383" sldId="256"/>
            <ac:picMk id="3" creationId="{B14BCA47-B6E3-E791-002C-999149B89698}"/>
          </ac:picMkLst>
        </pc:picChg>
      </pc:sldChg>
      <pc:sldChg chg="modSp mod">
        <pc:chgData name="Joey Z" userId="a91907b6daa823cf" providerId="LiveId" clId="{27415FAF-2FC5-8F47-B8A7-503D283D6299}" dt="2025-08-19T11:49:35.172" v="155" actId="20577"/>
        <pc:sldMkLst>
          <pc:docMk/>
          <pc:sldMk cId="3734518287" sldId="390"/>
        </pc:sldMkLst>
        <pc:spChg chg="mod">
          <ac:chgData name="Joey Z" userId="a91907b6daa823cf" providerId="LiveId" clId="{27415FAF-2FC5-8F47-B8A7-503D283D6299}" dt="2025-08-19T11:49:35.172" v="155" actId="20577"/>
          <ac:spMkLst>
            <pc:docMk/>
            <pc:sldMk cId="3734518287" sldId="390"/>
            <ac:spMk id="4" creationId="{5FAC66A7-6552-C839-8F4E-676805290F1D}"/>
          </ac:spMkLst>
        </pc:spChg>
      </pc:sldChg>
      <pc:sldChg chg="addSp delSp modSp mod ord">
        <pc:chgData name="Joey Z" userId="a91907b6daa823cf" providerId="LiveId" clId="{27415FAF-2FC5-8F47-B8A7-503D283D6299}" dt="2025-08-19T10:27:03.089" v="151" actId="20578"/>
        <pc:sldMkLst>
          <pc:docMk/>
          <pc:sldMk cId="3653619903" sldId="400"/>
        </pc:sldMkLst>
        <pc:spChg chg="mod">
          <ac:chgData name="Joey Z" userId="a91907b6daa823cf" providerId="LiveId" clId="{27415FAF-2FC5-8F47-B8A7-503D283D6299}" dt="2025-08-19T10:26:14.993" v="67" actId="1036"/>
          <ac:spMkLst>
            <pc:docMk/>
            <pc:sldMk cId="3653619903" sldId="400"/>
            <ac:spMk id="2" creationId="{549ECCF4-6CA8-208D-D34D-2B037CA52069}"/>
          </ac:spMkLst>
        </pc:spChg>
        <pc:spChg chg="mod">
          <ac:chgData name="Joey Z" userId="a91907b6daa823cf" providerId="LiveId" clId="{27415FAF-2FC5-8F47-B8A7-503D283D6299}" dt="2025-08-19T10:26:14.993" v="67" actId="1036"/>
          <ac:spMkLst>
            <pc:docMk/>
            <pc:sldMk cId="3653619903" sldId="400"/>
            <ac:spMk id="3" creationId="{22629CF6-20C5-57F0-3CAE-9CAB87A292A5}"/>
          </ac:spMkLst>
        </pc:spChg>
        <pc:spChg chg="mod">
          <ac:chgData name="Joey Z" userId="a91907b6daa823cf" providerId="LiveId" clId="{27415FAF-2FC5-8F47-B8A7-503D283D6299}" dt="2025-08-19T10:25:14.445" v="0"/>
          <ac:spMkLst>
            <pc:docMk/>
            <pc:sldMk cId="3653619903" sldId="400"/>
            <ac:spMk id="8" creationId="{3179C49F-3353-898F-F1C1-2627CF21C2A5}"/>
          </ac:spMkLst>
        </pc:spChg>
        <pc:spChg chg="mod">
          <ac:chgData name="Joey Z" userId="a91907b6daa823cf" providerId="LiveId" clId="{27415FAF-2FC5-8F47-B8A7-503D283D6299}" dt="2025-08-19T10:25:59.690" v="27" actId="20577"/>
          <ac:spMkLst>
            <pc:docMk/>
            <pc:sldMk cId="3653619903" sldId="400"/>
            <ac:spMk id="9" creationId="{719A9CA1-0E72-7712-DAB1-B6F4B1A24174}"/>
          </ac:spMkLst>
        </pc:spChg>
        <pc:spChg chg="add mod">
          <ac:chgData name="Joey Z" userId="a91907b6daa823cf" providerId="LiveId" clId="{27415FAF-2FC5-8F47-B8A7-503D283D6299}" dt="2025-08-19T10:26:14.993" v="67" actId="1036"/>
          <ac:spMkLst>
            <pc:docMk/>
            <pc:sldMk cId="3653619903" sldId="400"/>
            <ac:spMk id="16" creationId="{37FF296E-BA20-2855-BA64-52A208815A59}"/>
          </ac:spMkLst>
        </pc:spChg>
        <pc:spChg chg="add del mod">
          <ac:chgData name="Joey Z" userId="a91907b6daa823cf" providerId="LiveId" clId="{27415FAF-2FC5-8F47-B8A7-503D283D6299}" dt="2025-08-19T10:25:46.999" v="22" actId="478"/>
          <ac:spMkLst>
            <pc:docMk/>
            <pc:sldMk cId="3653619903" sldId="400"/>
            <ac:spMk id="17" creationId="{3E1B7265-F57C-2D9A-A9A4-C37D2B7C7E33}"/>
          </ac:spMkLst>
        </pc:spChg>
        <pc:spChg chg="add mod">
          <ac:chgData name="Joey Z" userId="a91907b6daa823cf" providerId="LiveId" clId="{27415FAF-2FC5-8F47-B8A7-503D283D6299}" dt="2025-08-19T10:26:53.148" v="150" actId="20577"/>
          <ac:spMkLst>
            <pc:docMk/>
            <pc:sldMk cId="3653619903" sldId="400"/>
            <ac:spMk id="18" creationId="{206151C4-DAA9-09C8-7566-B4920D5D8DC8}"/>
          </ac:spMkLst>
        </pc:spChg>
        <pc:spChg chg="mod">
          <ac:chgData name="Joey Z" userId="a91907b6daa823cf" providerId="LiveId" clId="{27415FAF-2FC5-8F47-B8A7-503D283D6299}" dt="2025-08-19T10:26:14.993" v="67" actId="1036"/>
          <ac:spMkLst>
            <pc:docMk/>
            <pc:sldMk cId="3653619903" sldId="400"/>
            <ac:spMk id="19" creationId="{5206829E-1DDF-EB63-8565-54ABD47BB5B4}"/>
          </ac:spMkLst>
        </pc:spChg>
        <pc:spChg chg="mod">
          <ac:chgData name="Joey Z" userId="a91907b6daa823cf" providerId="LiveId" clId="{27415FAF-2FC5-8F47-B8A7-503D283D6299}" dt="2025-08-19T10:26:14.993" v="67" actId="1036"/>
          <ac:spMkLst>
            <pc:docMk/>
            <pc:sldMk cId="3653619903" sldId="400"/>
            <ac:spMk id="20" creationId="{0234A758-322A-EBCF-7572-E664368C4F88}"/>
          </ac:spMkLst>
        </pc:spChg>
        <pc:spChg chg="mod">
          <ac:chgData name="Joey Z" userId="a91907b6daa823cf" providerId="LiveId" clId="{27415FAF-2FC5-8F47-B8A7-503D283D6299}" dt="2025-08-19T10:26:14.993" v="67" actId="1036"/>
          <ac:spMkLst>
            <pc:docMk/>
            <pc:sldMk cId="3653619903" sldId="400"/>
            <ac:spMk id="21" creationId="{B33F13BB-B83C-4157-4CEE-D3757916E8B6}"/>
          </ac:spMkLst>
        </pc:spChg>
        <pc:spChg chg="mod">
          <ac:chgData name="Joey Z" userId="a91907b6daa823cf" providerId="LiveId" clId="{27415FAF-2FC5-8F47-B8A7-503D283D6299}" dt="2025-08-19T10:26:14.993" v="67" actId="1036"/>
          <ac:spMkLst>
            <pc:docMk/>
            <pc:sldMk cId="3653619903" sldId="400"/>
            <ac:spMk id="25" creationId="{ECE1B92A-F299-4CE8-32D1-8C7B7D383F62}"/>
          </ac:spMkLst>
        </pc:spChg>
        <pc:spChg chg="mod">
          <ac:chgData name="Joey Z" userId="a91907b6daa823cf" providerId="LiveId" clId="{27415FAF-2FC5-8F47-B8A7-503D283D6299}" dt="2025-08-19T10:26:03.176" v="32" actId="20577"/>
          <ac:spMkLst>
            <pc:docMk/>
            <pc:sldMk cId="3653619903" sldId="400"/>
            <ac:spMk id="29" creationId="{8FF3AB33-5032-4962-9203-3F7D3EB98CA1}"/>
          </ac:spMkLst>
        </pc:spChg>
        <pc:grpChg chg="mod">
          <ac:chgData name="Joey Z" userId="a91907b6daa823cf" providerId="LiveId" clId="{27415FAF-2FC5-8F47-B8A7-503D283D6299}" dt="2025-08-19T10:26:14.993" v="67" actId="1036"/>
          <ac:grpSpMkLst>
            <pc:docMk/>
            <pc:sldMk cId="3653619903" sldId="400"/>
            <ac:grpSpMk id="4" creationId="{81BFB99D-AD7F-1716-2BD8-B7DCB9F2FC7E}"/>
          </ac:grpSpMkLst>
        </pc:grpChg>
        <pc:grpChg chg="add mod">
          <ac:chgData name="Joey Z" userId="a91907b6daa823cf" providerId="LiveId" clId="{27415FAF-2FC5-8F47-B8A7-503D283D6299}" dt="2025-08-19T10:26:14.993" v="67" actId="1036"/>
          <ac:grpSpMkLst>
            <pc:docMk/>
            <pc:sldMk cId="3653619903" sldId="400"/>
            <ac:grpSpMk id="7" creationId="{14D971BC-B919-2CFE-FF1C-F69E358C1298}"/>
          </ac:grpSpMkLst>
        </pc:grpChg>
        <pc:grpChg chg="mod">
          <ac:chgData name="Joey Z" userId="a91907b6daa823cf" providerId="LiveId" clId="{27415FAF-2FC5-8F47-B8A7-503D283D6299}" dt="2025-08-19T10:26:14.993" v="67" actId="1036"/>
          <ac:grpSpMkLst>
            <pc:docMk/>
            <pc:sldMk cId="3653619903" sldId="400"/>
            <ac:grpSpMk id="10" creationId="{96A4BCA6-9A6B-ACB5-6CDF-C5ED438CEE32}"/>
          </ac:grpSpMkLst>
        </pc:grpChg>
        <pc:grpChg chg="mod">
          <ac:chgData name="Joey Z" userId="a91907b6daa823cf" providerId="LiveId" clId="{27415FAF-2FC5-8F47-B8A7-503D283D6299}" dt="2025-08-19T10:26:14.993" v="67" actId="1036"/>
          <ac:grpSpMkLst>
            <pc:docMk/>
            <pc:sldMk cId="3653619903" sldId="400"/>
            <ac:grpSpMk id="13" creationId="{60516E6E-2B06-6779-CCE4-586ECF7DBF7D}"/>
          </ac:grpSpMkLst>
        </pc:grpChg>
      </pc:sldChg>
      <pc:sldChg chg="modSp mod">
        <pc:chgData name="Joey Z" userId="a91907b6daa823cf" providerId="LiveId" clId="{27415FAF-2FC5-8F47-B8A7-503D283D6299}" dt="2025-08-19T10:42:50.775" v="152" actId="14100"/>
        <pc:sldMkLst>
          <pc:docMk/>
          <pc:sldMk cId="4183376273" sldId="401"/>
        </pc:sldMkLst>
        <pc:spChg chg="mod">
          <ac:chgData name="Joey Z" userId="a91907b6daa823cf" providerId="LiveId" clId="{27415FAF-2FC5-8F47-B8A7-503D283D6299}" dt="2025-08-19T10:42:50.775" v="152" actId="14100"/>
          <ac:spMkLst>
            <pc:docMk/>
            <pc:sldMk cId="4183376273" sldId="401"/>
            <ac:spMk id="3" creationId="{8DB5006A-5ED0-7173-E5C0-65A65E30DFEB}"/>
          </ac:spMkLst>
        </pc:spChg>
      </pc:sldChg>
    </pc:docChg>
  </pc:docChgLst>
  <pc:docChgLst>
    <pc:chgData name="YJoey" userId="1103041b-1433-480f-a2cb-f05193d5472a" providerId="ADAL" clId="{F931E6D4-20EA-450F-BCF0-00FB5C12F936}"/>
    <pc:docChg chg="undo custSel addSld delSld modSld sldOrd modMainMaster addSection modSection">
      <pc:chgData name="YJoey" userId="1103041b-1433-480f-a2cb-f05193d5472a" providerId="ADAL" clId="{F931E6D4-20EA-450F-BCF0-00FB5C12F936}" dt="2024-08-26T12:36:01.217" v="11323" actId="478"/>
      <pc:docMkLst>
        <pc:docMk/>
      </pc:docMkLst>
      <pc:sldChg chg="addSp delSp modSp mod ord">
        <pc:chgData name="YJoey" userId="1103041b-1433-480f-a2cb-f05193d5472a" providerId="ADAL" clId="{F931E6D4-20EA-450F-BCF0-00FB5C12F936}" dt="2024-08-23T05:23:24.730" v="6435" actId="20577"/>
        <pc:sldMkLst>
          <pc:docMk/>
          <pc:sldMk cId="3451848383" sldId="256"/>
        </pc:sldMkLst>
      </pc:sldChg>
      <pc:sldChg chg="add del ord">
        <pc:chgData name="YJoey" userId="1103041b-1433-480f-a2cb-f05193d5472a" providerId="ADAL" clId="{F931E6D4-20EA-450F-BCF0-00FB5C12F936}" dt="2024-08-22T07:21:14.041" v="10" actId="2696"/>
        <pc:sldMkLst>
          <pc:docMk/>
          <pc:sldMk cId="274468769" sldId="262"/>
        </pc:sldMkLst>
      </pc:sldChg>
      <pc:sldChg chg="addSp delSp modSp add mod">
        <pc:chgData name="YJoey" userId="1103041b-1433-480f-a2cb-f05193d5472a" providerId="ADAL" clId="{F931E6D4-20EA-450F-BCF0-00FB5C12F936}" dt="2024-08-23T08:28:34.215" v="9802" actId="1440"/>
        <pc:sldMkLst>
          <pc:docMk/>
          <pc:sldMk cId="1188019155" sldId="262"/>
        </pc:sldMkLst>
      </pc:sldChg>
      <pc:sldChg chg="add del ord">
        <pc:chgData name="YJoey" userId="1103041b-1433-480f-a2cb-f05193d5472a" providerId="ADAL" clId="{F931E6D4-20EA-450F-BCF0-00FB5C12F936}" dt="2024-08-22T07:21:20.445" v="14" actId="2696"/>
        <pc:sldMkLst>
          <pc:docMk/>
          <pc:sldMk cId="3796343387" sldId="262"/>
        </pc:sldMkLst>
      </pc:sldChg>
      <pc:sldChg chg="del ord">
        <pc:chgData name="YJoey" userId="1103041b-1433-480f-a2cb-f05193d5472a" providerId="ADAL" clId="{F931E6D4-20EA-450F-BCF0-00FB5C12F936}" dt="2024-08-22T07:21:14.041" v="10" actId="2696"/>
        <pc:sldMkLst>
          <pc:docMk/>
          <pc:sldMk cId="1404382478" sldId="263"/>
        </pc:sldMkLst>
      </pc:sldChg>
      <pc:sldChg chg="add del ord">
        <pc:chgData name="YJoey" userId="1103041b-1433-480f-a2cb-f05193d5472a" providerId="ADAL" clId="{F931E6D4-20EA-450F-BCF0-00FB5C12F936}" dt="2024-08-22T07:21:30.854" v="16" actId="2696"/>
        <pc:sldMkLst>
          <pc:docMk/>
          <pc:sldMk cId="1429537466" sldId="263"/>
        </pc:sldMkLst>
      </pc:sldChg>
      <pc:sldChg chg="addSp delSp modSp add mod ord">
        <pc:chgData name="YJoey" userId="1103041b-1433-480f-a2cb-f05193d5472a" providerId="ADAL" clId="{F931E6D4-20EA-450F-BCF0-00FB5C12F936}" dt="2024-08-23T07:30:34.348" v="8888" actId="1076"/>
        <pc:sldMkLst>
          <pc:docMk/>
          <pc:sldMk cId="3680376442" sldId="263"/>
        </pc:sldMkLst>
      </pc:sldChg>
      <pc:sldChg chg="add del">
        <pc:chgData name="YJoey" userId="1103041b-1433-480f-a2cb-f05193d5472a" providerId="ADAL" clId="{F931E6D4-20EA-450F-BCF0-00FB5C12F936}" dt="2024-08-23T04:56:29.485" v="5925" actId="47"/>
        <pc:sldMkLst>
          <pc:docMk/>
          <pc:sldMk cId="2031657984" sldId="265"/>
        </pc:sldMkLst>
      </pc:sldChg>
      <pc:sldChg chg="add del ord">
        <pc:chgData name="YJoey" userId="1103041b-1433-480f-a2cb-f05193d5472a" providerId="ADAL" clId="{F931E6D4-20EA-450F-BCF0-00FB5C12F936}" dt="2024-08-22T07:21:30.854" v="16" actId="2696"/>
        <pc:sldMkLst>
          <pc:docMk/>
          <pc:sldMk cId="2481230400" sldId="265"/>
        </pc:sldMkLst>
      </pc:sldChg>
      <pc:sldChg chg="del ord">
        <pc:chgData name="YJoey" userId="1103041b-1433-480f-a2cb-f05193d5472a" providerId="ADAL" clId="{F931E6D4-20EA-450F-BCF0-00FB5C12F936}" dt="2024-08-22T07:21:14.041" v="10" actId="2696"/>
        <pc:sldMkLst>
          <pc:docMk/>
          <pc:sldMk cId="2876658477" sldId="265"/>
        </pc:sldMkLst>
      </pc:sldChg>
      <pc:sldChg chg="add del ord">
        <pc:chgData name="YJoey" userId="1103041b-1433-480f-a2cb-f05193d5472a" providerId="ADAL" clId="{F931E6D4-20EA-450F-BCF0-00FB5C12F936}" dt="2024-08-22T07:21:30.854" v="16" actId="2696"/>
        <pc:sldMkLst>
          <pc:docMk/>
          <pc:sldMk cId="493998792" sldId="266"/>
        </pc:sldMkLst>
      </pc:sldChg>
      <pc:sldChg chg="add del">
        <pc:chgData name="YJoey" userId="1103041b-1433-480f-a2cb-f05193d5472a" providerId="ADAL" clId="{F931E6D4-20EA-450F-BCF0-00FB5C12F936}" dt="2024-08-23T04:56:29.485" v="5925" actId="47"/>
        <pc:sldMkLst>
          <pc:docMk/>
          <pc:sldMk cId="1158679804" sldId="266"/>
        </pc:sldMkLst>
      </pc:sldChg>
      <pc:sldChg chg="del ord">
        <pc:chgData name="YJoey" userId="1103041b-1433-480f-a2cb-f05193d5472a" providerId="ADAL" clId="{F931E6D4-20EA-450F-BCF0-00FB5C12F936}" dt="2024-08-22T07:21:14.041" v="10" actId="2696"/>
        <pc:sldMkLst>
          <pc:docMk/>
          <pc:sldMk cId="2439867552" sldId="266"/>
        </pc:sldMkLst>
      </pc:sldChg>
      <pc:sldChg chg="addSp delSp modSp add mod ord">
        <pc:chgData name="YJoey" userId="1103041b-1433-480f-a2cb-f05193d5472a" providerId="ADAL" clId="{F931E6D4-20EA-450F-BCF0-00FB5C12F936}" dt="2024-08-26T03:26:16.943" v="10254" actId="20577"/>
        <pc:sldMkLst>
          <pc:docMk/>
          <pc:sldMk cId="1194550230" sldId="267"/>
        </pc:sldMkLst>
      </pc:sldChg>
      <pc:sldChg chg="del ord">
        <pc:chgData name="YJoey" userId="1103041b-1433-480f-a2cb-f05193d5472a" providerId="ADAL" clId="{F931E6D4-20EA-450F-BCF0-00FB5C12F936}" dt="2024-08-22T07:21:14.041" v="10" actId="2696"/>
        <pc:sldMkLst>
          <pc:docMk/>
          <pc:sldMk cId="1783882762" sldId="267"/>
        </pc:sldMkLst>
      </pc:sldChg>
      <pc:sldChg chg="add del ord">
        <pc:chgData name="YJoey" userId="1103041b-1433-480f-a2cb-f05193d5472a" providerId="ADAL" clId="{F931E6D4-20EA-450F-BCF0-00FB5C12F936}" dt="2024-08-22T07:21:30.854" v="16" actId="2696"/>
        <pc:sldMkLst>
          <pc:docMk/>
          <pc:sldMk cId="2623821397" sldId="267"/>
        </pc:sldMkLst>
      </pc:sldChg>
      <pc:sldChg chg="add del ord">
        <pc:chgData name="YJoey" userId="1103041b-1433-480f-a2cb-f05193d5472a" providerId="ADAL" clId="{F931E6D4-20EA-450F-BCF0-00FB5C12F936}" dt="2024-08-22T07:21:30.854" v="16" actId="2696"/>
        <pc:sldMkLst>
          <pc:docMk/>
          <pc:sldMk cId="1132761018" sldId="268"/>
        </pc:sldMkLst>
      </pc:sldChg>
      <pc:sldChg chg="modSp add del mod">
        <pc:chgData name="YJoey" userId="1103041b-1433-480f-a2cb-f05193d5472a" providerId="ADAL" clId="{F931E6D4-20EA-450F-BCF0-00FB5C12F936}" dt="2024-08-23T04:56:29.485" v="5925" actId="47"/>
        <pc:sldMkLst>
          <pc:docMk/>
          <pc:sldMk cId="1290911277" sldId="268"/>
        </pc:sldMkLst>
      </pc:sldChg>
      <pc:sldChg chg="del ord">
        <pc:chgData name="YJoey" userId="1103041b-1433-480f-a2cb-f05193d5472a" providerId="ADAL" clId="{F931E6D4-20EA-450F-BCF0-00FB5C12F936}" dt="2024-08-22T07:21:14.041" v="10" actId="2696"/>
        <pc:sldMkLst>
          <pc:docMk/>
          <pc:sldMk cId="1775996043" sldId="268"/>
        </pc:sldMkLst>
      </pc:sldChg>
      <pc:sldChg chg="add del ord">
        <pc:chgData name="YJoey" userId="1103041b-1433-480f-a2cb-f05193d5472a" providerId="ADAL" clId="{F931E6D4-20EA-450F-BCF0-00FB5C12F936}" dt="2024-08-22T07:21:30.854" v="16" actId="2696"/>
        <pc:sldMkLst>
          <pc:docMk/>
          <pc:sldMk cId="391596070" sldId="269"/>
        </pc:sldMkLst>
      </pc:sldChg>
      <pc:sldChg chg="addSp delSp modSp add mod ord">
        <pc:chgData name="YJoey" userId="1103041b-1433-480f-a2cb-f05193d5472a" providerId="ADAL" clId="{F931E6D4-20EA-450F-BCF0-00FB5C12F936}" dt="2024-08-23T08:15:21.429" v="9448" actId="1035"/>
        <pc:sldMkLst>
          <pc:docMk/>
          <pc:sldMk cId="1738902768" sldId="269"/>
        </pc:sldMkLst>
      </pc:sldChg>
      <pc:sldChg chg="del ord">
        <pc:chgData name="YJoey" userId="1103041b-1433-480f-a2cb-f05193d5472a" providerId="ADAL" clId="{F931E6D4-20EA-450F-BCF0-00FB5C12F936}" dt="2024-08-22T07:21:14.041" v="10" actId="2696"/>
        <pc:sldMkLst>
          <pc:docMk/>
          <pc:sldMk cId="3196798702" sldId="269"/>
        </pc:sldMkLst>
      </pc:sldChg>
      <pc:sldChg chg="del ord">
        <pc:chgData name="YJoey" userId="1103041b-1433-480f-a2cb-f05193d5472a" providerId="ADAL" clId="{F931E6D4-20EA-450F-BCF0-00FB5C12F936}" dt="2024-08-22T07:21:14.041" v="10" actId="2696"/>
        <pc:sldMkLst>
          <pc:docMk/>
          <pc:sldMk cId="3162571690" sldId="270"/>
        </pc:sldMkLst>
      </pc:sldChg>
      <pc:sldChg chg="add del">
        <pc:chgData name="YJoey" userId="1103041b-1433-480f-a2cb-f05193d5472a" providerId="ADAL" clId="{F931E6D4-20EA-450F-BCF0-00FB5C12F936}" dt="2024-08-23T04:56:29.485" v="5925" actId="47"/>
        <pc:sldMkLst>
          <pc:docMk/>
          <pc:sldMk cId="3774634492" sldId="270"/>
        </pc:sldMkLst>
      </pc:sldChg>
      <pc:sldChg chg="add del ord">
        <pc:chgData name="YJoey" userId="1103041b-1433-480f-a2cb-f05193d5472a" providerId="ADAL" clId="{F931E6D4-20EA-450F-BCF0-00FB5C12F936}" dt="2024-08-22T07:21:30.854" v="16" actId="2696"/>
        <pc:sldMkLst>
          <pc:docMk/>
          <pc:sldMk cId="4280078115" sldId="270"/>
        </pc:sldMkLst>
      </pc:sldChg>
      <pc:sldChg chg="modSp add del mod">
        <pc:chgData name="YJoey" userId="1103041b-1433-480f-a2cb-f05193d5472a" providerId="ADAL" clId="{F931E6D4-20EA-450F-BCF0-00FB5C12F936}" dt="2024-08-23T04:56:29.485" v="5925" actId="47"/>
        <pc:sldMkLst>
          <pc:docMk/>
          <pc:sldMk cId="2377300085" sldId="271"/>
        </pc:sldMkLst>
      </pc:sldChg>
      <pc:sldChg chg="addSp delSp modSp add mod">
        <pc:chgData name="YJoey" userId="1103041b-1433-480f-a2cb-f05193d5472a" providerId="ADAL" clId="{F931E6D4-20EA-450F-BCF0-00FB5C12F936}" dt="2024-08-23T06:34:08.280" v="6813" actId="1035"/>
        <pc:sldMkLst>
          <pc:docMk/>
          <pc:sldMk cId="3378239236" sldId="272"/>
        </pc:sldMkLst>
      </pc:sldChg>
      <pc:sldChg chg="addSp modSp add del mod">
        <pc:chgData name="YJoey" userId="1103041b-1433-480f-a2cb-f05193d5472a" providerId="ADAL" clId="{F931E6D4-20EA-450F-BCF0-00FB5C12F936}" dt="2024-08-23T04:56:29.485" v="5925" actId="47"/>
        <pc:sldMkLst>
          <pc:docMk/>
          <pc:sldMk cId="1553343319" sldId="273"/>
        </pc:sldMkLst>
      </pc:sldChg>
      <pc:sldChg chg="add del">
        <pc:chgData name="YJoey" userId="1103041b-1433-480f-a2cb-f05193d5472a" providerId="ADAL" clId="{F931E6D4-20EA-450F-BCF0-00FB5C12F936}" dt="2024-08-22T08:31:31.192" v="1357"/>
        <pc:sldMkLst>
          <pc:docMk/>
          <pc:sldMk cId="717210287" sldId="274"/>
        </pc:sldMkLst>
      </pc:sldChg>
      <pc:sldChg chg="addSp delSp modSp new mod ord">
        <pc:chgData name="YJoey" userId="1103041b-1433-480f-a2cb-f05193d5472a" providerId="ADAL" clId="{F931E6D4-20EA-450F-BCF0-00FB5C12F936}" dt="2024-08-26T09:28:33.954" v="10459" actId="1036"/>
        <pc:sldMkLst>
          <pc:docMk/>
          <pc:sldMk cId="1363348980" sldId="274"/>
        </pc:sldMkLst>
      </pc:sldChg>
      <pc:sldChg chg="addSp delSp modSp add mod">
        <pc:chgData name="YJoey" userId="1103041b-1433-480f-a2cb-f05193d5472a" providerId="ADAL" clId="{F931E6D4-20EA-450F-BCF0-00FB5C12F936}" dt="2024-08-26T12:36:01.217" v="11323" actId="478"/>
        <pc:sldMkLst>
          <pc:docMk/>
          <pc:sldMk cId="3638358911" sldId="275"/>
        </pc:sldMkLst>
      </pc:sldChg>
      <pc:sldChg chg="add del">
        <pc:chgData name="YJoey" userId="1103041b-1433-480f-a2cb-f05193d5472a" providerId="ADAL" clId="{F931E6D4-20EA-450F-BCF0-00FB5C12F936}" dt="2024-08-22T12:46:23.136" v="2736" actId="2696"/>
        <pc:sldMkLst>
          <pc:docMk/>
          <pc:sldMk cId="383264380" sldId="276"/>
        </pc:sldMkLst>
      </pc:sldChg>
      <pc:sldChg chg="addSp delSp modSp add mod">
        <pc:chgData name="YJoey" userId="1103041b-1433-480f-a2cb-f05193d5472a" providerId="ADAL" clId="{F931E6D4-20EA-450F-BCF0-00FB5C12F936}" dt="2024-08-26T09:47:49.246" v="11322" actId="1076"/>
        <pc:sldMkLst>
          <pc:docMk/>
          <pc:sldMk cId="3735454765" sldId="276"/>
        </pc:sldMkLst>
      </pc:sldChg>
      <pc:sldChg chg="addSp delSp modSp add mod">
        <pc:chgData name="YJoey" userId="1103041b-1433-480f-a2cb-f05193d5472a" providerId="ADAL" clId="{F931E6D4-20EA-450F-BCF0-00FB5C12F936}" dt="2024-08-26T09:43:13.794" v="11302" actId="1076"/>
        <pc:sldMkLst>
          <pc:docMk/>
          <pc:sldMk cId="21268464" sldId="277"/>
        </pc:sldMkLst>
      </pc:sldChg>
      <pc:sldMasterChg chg="delSldLayout modSldLayout">
        <pc:chgData name="YJoey" userId="1103041b-1433-480f-a2cb-f05193d5472a" providerId="ADAL" clId="{F931E6D4-20EA-450F-BCF0-00FB5C12F936}" dt="2024-08-22T07:36:55.322" v="120" actId="1037"/>
        <pc:sldMasterMkLst>
          <pc:docMk/>
          <pc:sldMasterMk cId="2053313080" sldId="2147483648"/>
        </pc:sldMasterMkLst>
        <pc:sldLayoutChg chg="addSp delSp modSp mod">
          <pc:chgData name="YJoey" userId="1103041b-1433-480f-a2cb-f05193d5472a" providerId="ADAL" clId="{F931E6D4-20EA-450F-BCF0-00FB5C12F936}" dt="2024-08-22T07:36:55.322" v="120" actId="1037"/>
          <pc:sldLayoutMkLst>
            <pc:docMk/>
            <pc:sldMasterMk cId="2053313080" sldId="2147483648"/>
            <pc:sldLayoutMk cId="1256875357" sldId="2147483660"/>
          </pc:sldLayoutMkLst>
        </pc:sldLayoutChg>
        <pc:sldLayoutChg chg="del">
          <pc:chgData name="YJoey" userId="1103041b-1433-480f-a2cb-f05193d5472a" providerId="ADAL" clId="{F931E6D4-20EA-450F-BCF0-00FB5C12F936}" dt="2024-08-22T07:21:14.041" v="10" actId="2696"/>
          <pc:sldLayoutMkLst>
            <pc:docMk/>
            <pc:sldMasterMk cId="2053313080" sldId="2147483648"/>
            <pc:sldLayoutMk cId="3983180911" sldId="2147483660"/>
          </pc:sldLayoutMkLst>
        </pc:sldLayoutChg>
      </pc:sldMasterChg>
    </pc:docChg>
  </pc:docChgLst>
  <pc:docChgLst>
    <pc:chgData name="yiyuxiao" userId="daf2ba26-d08d-4887-b74a-7bc9c33424fe" providerId="ADAL" clId="{1C2E3084-C2FC-4000-9559-2B6198C4B915}"/>
    <pc:docChg chg="undo custSel addSld delSld modSld sldOrd addSection modSection">
      <pc:chgData name="yiyuxiao" userId="daf2ba26-d08d-4887-b74a-7bc9c33424fe" providerId="ADAL" clId="{1C2E3084-C2FC-4000-9559-2B6198C4B915}" dt="2025-07-14T10:12:46.695" v="5921" actId="14100"/>
      <pc:docMkLst>
        <pc:docMk/>
      </pc:docMkLst>
      <pc:sldChg chg="addSp delSp modSp mod">
        <pc:chgData name="yiyuxiao" userId="daf2ba26-d08d-4887-b74a-7bc9c33424fe" providerId="ADAL" clId="{1C2E3084-C2FC-4000-9559-2B6198C4B915}" dt="2025-07-14T09:12:20.367" v="4834" actId="20577"/>
        <pc:sldMkLst>
          <pc:docMk/>
          <pc:sldMk cId="3451848383" sldId="256"/>
        </pc:sldMkLst>
        <pc:spChg chg="mod">
          <ac:chgData name="yiyuxiao" userId="daf2ba26-d08d-4887-b74a-7bc9c33424fe" providerId="ADAL" clId="{1C2E3084-C2FC-4000-9559-2B6198C4B915}" dt="2025-07-10T05:39:08.684" v="69" actId="20577"/>
          <ac:spMkLst>
            <pc:docMk/>
            <pc:sldMk cId="3451848383" sldId="256"/>
            <ac:spMk id="5" creationId="{54CA506E-6C55-9A87-DF72-755E7221B116}"/>
          </ac:spMkLst>
        </pc:spChg>
        <pc:spChg chg="mod">
          <ac:chgData name="yiyuxiao" userId="daf2ba26-d08d-4887-b74a-7bc9c33424fe" providerId="ADAL" clId="{1C2E3084-C2FC-4000-9559-2B6198C4B915}" dt="2025-07-14T09:12:20.367" v="4834" actId="20577"/>
          <ac:spMkLst>
            <pc:docMk/>
            <pc:sldMk cId="3451848383" sldId="256"/>
            <ac:spMk id="6" creationId="{26D7DD09-4A22-8581-4877-2E00AF841F23}"/>
          </ac:spMkLst>
        </pc:spChg>
      </pc:sldChg>
      <pc:sldChg chg="del">
        <pc:chgData name="yiyuxiao" userId="daf2ba26-d08d-4887-b74a-7bc9c33424fe" providerId="ADAL" clId="{1C2E3084-C2FC-4000-9559-2B6198C4B915}" dt="2025-07-10T08:46:18.635" v="4287" actId="47"/>
        <pc:sldMkLst>
          <pc:docMk/>
          <pc:sldMk cId="1523485137" sldId="282"/>
        </pc:sldMkLst>
      </pc:sldChg>
      <pc:sldChg chg="addSp delSp modSp mod">
        <pc:chgData name="yiyuxiao" userId="daf2ba26-d08d-4887-b74a-7bc9c33424fe" providerId="ADAL" clId="{1C2E3084-C2FC-4000-9559-2B6198C4B915}" dt="2025-07-14T10:12:46.695" v="5921" actId="14100"/>
        <pc:sldMkLst>
          <pc:docMk/>
          <pc:sldMk cId="1104544087" sldId="339"/>
        </pc:sldMkLst>
        <pc:spChg chg="mod">
          <ac:chgData name="yiyuxiao" userId="daf2ba26-d08d-4887-b74a-7bc9c33424fe" providerId="ADAL" clId="{1C2E3084-C2FC-4000-9559-2B6198C4B915}" dt="2025-07-14T10:12:46.695" v="5921" actId="14100"/>
          <ac:spMkLst>
            <pc:docMk/>
            <pc:sldMk cId="1104544087" sldId="339"/>
            <ac:spMk id="2" creationId="{C17701DB-A57B-E7E1-F72E-B504B68F4E64}"/>
          </ac:spMkLst>
        </pc:spChg>
        <pc:spChg chg="mod">
          <ac:chgData name="yiyuxiao" userId="daf2ba26-d08d-4887-b74a-7bc9c33424fe" providerId="ADAL" clId="{1C2E3084-C2FC-4000-9559-2B6198C4B915}" dt="2025-07-14T09:29:25.881" v="4852" actId="20577"/>
          <ac:spMkLst>
            <pc:docMk/>
            <pc:sldMk cId="1104544087" sldId="339"/>
            <ac:spMk id="15" creationId="{D550B69D-EB46-39CC-C8B9-347B084B8623}"/>
          </ac:spMkLst>
        </pc:spChg>
      </pc:sldChg>
      <pc:sldChg chg="del">
        <pc:chgData name="yiyuxiao" userId="daf2ba26-d08d-4887-b74a-7bc9c33424fe" providerId="ADAL" clId="{1C2E3084-C2FC-4000-9559-2B6198C4B915}" dt="2025-07-10T07:37:58.872" v="3667" actId="47"/>
        <pc:sldMkLst>
          <pc:docMk/>
          <pc:sldMk cId="660541154" sldId="370"/>
        </pc:sldMkLst>
      </pc:sldChg>
      <pc:sldChg chg="del">
        <pc:chgData name="yiyuxiao" userId="daf2ba26-d08d-4887-b74a-7bc9c33424fe" providerId="ADAL" clId="{1C2E3084-C2FC-4000-9559-2B6198C4B915}" dt="2025-07-10T07:37:58.872" v="3667" actId="47"/>
        <pc:sldMkLst>
          <pc:docMk/>
          <pc:sldMk cId="2433916172" sldId="372"/>
        </pc:sldMkLst>
      </pc:sldChg>
      <pc:sldChg chg="del">
        <pc:chgData name="yiyuxiao" userId="daf2ba26-d08d-4887-b74a-7bc9c33424fe" providerId="ADAL" clId="{1C2E3084-C2FC-4000-9559-2B6198C4B915}" dt="2025-07-10T07:37:58.872" v="3667" actId="47"/>
        <pc:sldMkLst>
          <pc:docMk/>
          <pc:sldMk cId="3763540058" sldId="373"/>
        </pc:sldMkLst>
      </pc:sldChg>
      <pc:sldChg chg="del">
        <pc:chgData name="yiyuxiao" userId="daf2ba26-d08d-4887-b74a-7bc9c33424fe" providerId="ADAL" clId="{1C2E3084-C2FC-4000-9559-2B6198C4B915}" dt="2025-07-10T07:37:58.872" v="3667" actId="47"/>
        <pc:sldMkLst>
          <pc:docMk/>
          <pc:sldMk cId="1251394703" sldId="374"/>
        </pc:sldMkLst>
      </pc:sldChg>
      <pc:sldChg chg="del">
        <pc:chgData name="yiyuxiao" userId="daf2ba26-d08d-4887-b74a-7bc9c33424fe" providerId="ADAL" clId="{1C2E3084-C2FC-4000-9559-2B6198C4B915}" dt="2025-07-10T07:37:58.872" v="3667" actId="47"/>
        <pc:sldMkLst>
          <pc:docMk/>
          <pc:sldMk cId="1038299547" sldId="376"/>
        </pc:sldMkLst>
      </pc:sldChg>
      <pc:sldChg chg="del">
        <pc:chgData name="yiyuxiao" userId="daf2ba26-d08d-4887-b74a-7bc9c33424fe" providerId="ADAL" clId="{1C2E3084-C2FC-4000-9559-2B6198C4B915}" dt="2025-07-10T07:37:58.872" v="3667" actId="47"/>
        <pc:sldMkLst>
          <pc:docMk/>
          <pc:sldMk cId="1347636181" sldId="377"/>
        </pc:sldMkLst>
      </pc:sldChg>
      <pc:sldChg chg="addSp delSp modSp new mod ord">
        <pc:chgData name="yiyuxiao" userId="daf2ba26-d08d-4887-b74a-7bc9c33424fe" providerId="ADAL" clId="{1C2E3084-C2FC-4000-9559-2B6198C4B915}" dt="2025-07-14T09:41:47.302" v="5283" actId="20577"/>
        <pc:sldMkLst>
          <pc:docMk/>
          <pc:sldMk cId="2588560949" sldId="378"/>
        </pc:sldMkLst>
        <pc:spChg chg="add mod">
          <ac:chgData name="yiyuxiao" userId="daf2ba26-d08d-4887-b74a-7bc9c33424fe" providerId="ADAL" clId="{1C2E3084-C2FC-4000-9559-2B6198C4B915}" dt="2025-07-14T09:35:12.909" v="5022" actId="1076"/>
          <ac:spMkLst>
            <pc:docMk/>
            <pc:sldMk cId="2588560949" sldId="378"/>
            <ac:spMk id="2" creationId="{C4488F79-3BAB-E34A-8C46-B0F72FA602FA}"/>
          </ac:spMkLst>
        </pc:spChg>
        <pc:spChg chg="add mod">
          <ac:chgData name="yiyuxiao" userId="daf2ba26-d08d-4887-b74a-7bc9c33424fe" providerId="ADAL" clId="{1C2E3084-C2FC-4000-9559-2B6198C4B915}" dt="2025-07-14T09:35:17.355" v="5032" actId="1036"/>
          <ac:spMkLst>
            <pc:docMk/>
            <pc:sldMk cId="2588560949" sldId="378"/>
            <ac:spMk id="4" creationId="{6AD28AFF-C8A7-536D-EB89-D0FD71F1ECE7}"/>
          </ac:spMkLst>
        </pc:spChg>
      </pc:sldChg>
      <pc:sldChg chg="addSp delSp modSp new add del mod ord">
        <pc:chgData name="yiyuxiao" userId="daf2ba26-d08d-4887-b74a-7bc9c33424fe" providerId="ADAL" clId="{1C2E3084-C2FC-4000-9559-2B6198C4B915}" dt="2025-07-14T09:44:21.538" v="5337" actId="113"/>
        <pc:sldMkLst>
          <pc:docMk/>
          <pc:sldMk cId="592944653" sldId="379"/>
        </pc:sldMkLst>
        <pc:spChg chg="add mod">
          <ac:chgData name="yiyuxiao" userId="daf2ba26-d08d-4887-b74a-7bc9c33424fe" providerId="ADAL" clId="{1C2E3084-C2FC-4000-9559-2B6198C4B915}" dt="2025-07-10T06:30:20.812" v="2311" actId="20577"/>
          <ac:spMkLst>
            <pc:docMk/>
            <pc:sldMk cId="592944653" sldId="379"/>
            <ac:spMk id="2" creationId="{6E3501D0-2AEB-93AA-EC05-8FB0BCBB46FD}"/>
          </ac:spMkLst>
        </pc:spChg>
        <pc:spChg chg="add mod">
          <ac:chgData name="yiyuxiao" userId="daf2ba26-d08d-4887-b74a-7bc9c33424fe" providerId="ADAL" clId="{1C2E3084-C2FC-4000-9559-2B6198C4B915}" dt="2025-07-14T09:44:21.538" v="5337" actId="113"/>
          <ac:spMkLst>
            <pc:docMk/>
            <pc:sldMk cId="592944653" sldId="379"/>
            <ac:spMk id="3" creationId="{8C4D317A-8667-90A3-9FB5-A1D992C0F041}"/>
          </ac:spMkLst>
        </pc:spChg>
      </pc:sldChg>
      <pc:sldChg chg="addSp modSp new del mod">
        <pc:chgData name="yiyuxiao" userId="daf2ba26-d08d-4887-b74a-7bc9c33424fe" providerId="ADAL" clId="{1C2E3084-C2FC-4000-9559-2B6198C4B915}" dt="2025-07-10T07:37:58.872" v="3667" actId="47"/>
        <pc:sldMkLst>
          <pc:docMk/>
          <pc:sldMk cId="3877515597" sldId="380"/>
        </pc:sldMkLst>
      </pc:sldChg>
      <pc:sldChg chg="addSp modSp new del mod">
        <pc:chgData name="yiyuxiao" userId="daf2ba26-d08d-4887-b74a-7bc9c33424fe" providerId="ADAL" clId="{1C2E3084-C2FC-4000-9559-2B6198C4B915}" dt="2025-07-10T07:37:58.872" v="3667" actId="47"/>
        <pc:sldMkLst>
          <pc:docMk/>
          <pc:sldMk cId="727561005" sldId="381"/>
        </pc:sldMkLst>
      </pc:sldChg>
      <pc:sldChg chg="addSp modSp new del mod">
        <pc:chgData name="yiyuxiao" userId="daf2ba26-d08d-4887-b74a-7bc9c33424fe" providerId="ADAL" clId="{1C2E3084-C2FC-4000-9559-2B6198C4B915}" dt="2025-07-10T07:37:58.872" v="3667" actId="47"/>
        <pc:sldMkLst>
          <pc:docMk/>
          <pc:sldMk cId="571536733" sldId="382"/>
        </pc:sldMkLst>
      </pc:sldChg>
      <pc:sldChg chg="add del ord">
        <pc:chgData name="yiyuxiao" userId="daf2ba26-d08d-4887-b74a-7bc9c33424fe" providerId="ADAL" clId="{1C2E3084-C2FC-4000-9559-2B6198C4B915}" dt="2025-07-10T06:38:03.319" v="2387" actId="47"/>
        <pc:sldMkLst>
          <pc:docMk/>
          <pc:sldMk cId="2445128847" sldId="383"/>
        </pc:sldMkLst>
      </pc:sldChg>
      <pc:sldChg chg="addSp modSp new del mod">
        <pc:chgData name="yiyuxiao" userId="daf2ba26-d08d-4887-b74a-7bc9c33424fe" providerId="ADAL" clId="{1C2E3084-C2FC-4000-9559-2B6198C4B915}" dt="2025-07-10T07:37:58.872" v="3667" actId="47"/>
        <pc:sldMkLst>
          <pc:docMk/>
          <pc:sldMk cId="1391259270" sldId="384"/>
        </pc:sldMkLst>
      </pc:sldChg>
      <pc:sldChg chg="addSp delSp modSp add mod">
        <pc:chgData name="yiyuxiao" userId="daf2ba26-d08d-4887-b74a-7bc9c33424fe" providerId="ADAL" clId="{1C2E3084-C2FC-4000-9559-2B6198C4B915}" dt="2025-07-10T08:51:47.656" v="4823" actId="20577"/>
        <pc:sldMkLst>
          <pc:docMk/>
          <pc:sldMk cId="2412545816" sldId="385"/>
        </pc:sldMkLst>
      </pc:sldChg>
      <pc:sldChg chg="addSp delSp modSp add mod">
        <pc:chgData name="yiyuxiao" userId="daf2ba26-d08d-4887-b74a-7bc9c33424fe" providerId="ADAL" clId="{1C2E3084-C2FC-4000-9559-2B6198C4B915}" dt="2025-07-14T10:09:54.134" v="5858" actId="1076"/>
        <pc:sldMkLst>
          <pc:docMk/>
          <pc:sldMk cId="1009487028" sldId="386"/>
        </pc:sldMkLst>
        <pc:spChg chg="mod">
          <ac:chgData name="yiyuxiao" userId="daf2ba26-d08d-4887-b74a-7bc9c33424fe" providerId="ADAL" clId="{1C2E3084-C2FC-4000-9559-2B6198C4B915}" dt="2025-07-10T06:38:19.898" v="2397" actId="20577"/>
          <ac:spMkLst>
            <pc:docMk/>
            <pc:sldMk cId="1009487028" sldId="386"/>
            <ac:spMk id="2" creationId="{089DF671-E303-058D-D688-C61B176633B7}"/>
          </ac:spMkLst>
        </pc:spChg>
      </pc:sldChg>
      <pc:sldChg chg="addSp delSp modSp add mod">
        <pc:chgData name="yiyuxiao" userId="daf2ba26-d08d-4887-b74a-7bc9c33424fe" providerId="ADAL" clId="{1C2E3084-C2FC-4000-9559-2B6198C4B915}" dt="2025-07-14T09:53:59.289" v="5614" actId="113"/>
        <pc:sldMkLst>
          <pc:docMk/>
          <pc:sldMk cId="445584524" sldId="387"/>
        </pc:sldMkLst>
      </pc:sldChg>
      <pc:sldChg chg="addSp delSp modSp add mod">
        <pc:chgData name="yiyuxiao" userId="daf2ba26-d08d-4887-b74a-7bc9c33424fe" providerId="ADAL" clId="{1C2E3084-C2FC-4000-9559-2B6198C4B915}" dt="2025-07-14T10:12:02.411" v="5882" actId="1076"/>
        <pc:sldMkLst>
          <pc:docMk/>
          <pc:sldMk cId="758372698" sldId="388"/>
        </pc:sldMkLst>
      </pc:sldChg>
      <pc:sldChg chg="addSp delSp modSp add del mod">
        <pc:chgData name="yiyuxiao" userId="daf2ba26-d08d-4887-b74a-7bc9c33424fe" providerId="ADAL" clId="{1C2E3084-C2FC-4000-9559-2B6198C4B915}" dt="2025-07-10T07:37:58.872" v="3667" actId="47"/>
        <pc:sldMkLst>
          <pc:docMk/>
          <pc:sldMk cId="2166458187" sldId="389"/>
        </pc:sldMkLst>
      </pc:sldChg>
      <pc:sldChg chg="modSp add mod ord">
        <pc:chgData name="yiyuxiao" userId="daf2ba26-d08d-4887-b74a-7bc9c33424fe" providerId="ADAL" clId="{1C2E3084-C2FC-4000-9559-2B6198C4B915}" dt="2025-07-14T09:58:43.021" v="5658" actId="20577"/>
        <pc:sldMkLst>
          <pc:docMk/>
          <pc:sldMk cId="3734518287" sldId="390"/>
        </pc:sldMkLst>
        <pc:spChg chg="mod">
          <ac:chgData name="yiyuxiao" userId="daf2ba26-d08d-4887-b74a-7bc9c33424fe" providerId="ADAL" clId="{1C2E3084-C2FC-4000-9559-2B6198C4B915}" dt="2025-07-14T09:58:43.021" v="5658" actId="20577"/>
          <ac:spMkLst>
            <pc:docMk/>
            <pc:sldMk cId="3734518287" sldId="390"/>
            <ac:spMk id="4" creationId="{5FAC66A7-6552-C839-8F4E-676805290F1D}"/>
          </ac:spMkLst>
        </pc:spChg>
      </pc:sldChg>
    </pc:docChg>
  </pc:docChgLst>
  <pc:docChgLst>
    <pc:chgData name="yiyuxiao" userId="daf2ba26-d08d-4887-b74a-7bc9c33424fe" providerId="ADAL" clId="{9CB4BD15-AC57-4D35-96D6-19BECED949FF}"/>
    <pc:docChg chg="undo custSel addSld modSld modSection">
      <pc:chgData name="yiyuxiao" userId="daf2ba26-d08d-4887-b74a-7bc9c33424fe" providerId="ADAL" clId="{9CB4BD15-AC57-4D35-96D6-19BECED949FF}" dt="2025-04-16T11:42:52.814" v="61" actId="1076"/>
      <pc:docMkLst>
        <pc:docMk/>
      </pc:docMkLst>
      <pc:sldChg chg="addSp delSp modSp mod">
        <pc:chgData name="yiyuxiao" userId="daf2ba26-d08d-4887-b74a-7bc9c33424fe" providerId="ADAL" clId="{9CB4BD15-AC57-4D35-96D6-19BECED949FF}" dt="2025-04-16T11:42:52.814" v="61" actId="1076"/>
        <pc:sldMkLst>
          <pc:docMk/>
          <pc:sldMk cId="4121669900" sldId="359"/>
        </pc:sldMkLst>
      </pc:sldChg>
      <pc:sldChg chg="addSp delSp modSp new mod">
        <pc:chgData name="yiyuxiao" userId="daf2ba26-d08d-4887-b74a-7bc9c33424fe" providerId="ADAL" clId="{9CB4BD15-AC57-4D35-96D6-19BECED949FF}" dt="2025-04-15T06:07:39.205" v="56" actId="1076"/>
        <pc:sldMkLst>
          <pc:docMk/>
          <pc:sldMk cId="1408377533" sldId="369"/>
        </pc:sldMkLst>
      </pc:sldChg>
    </pc:docChg>
  </pc:docChgLst>
  <pc:docChgLst>
    <pc:chgData name="YJoey" userId="1103041b-1433-480f-a2cb-f05193d5472a" providerId="ADAL" clId="{9C794FDC-2E13-41BE-8EDF-EC360A8447C7}"/>
    <pc:docChg chg="undo custSel delSld modSld modMainMaster modSection modNotesMaster">
      <pc:chgData name="YJoey" userId="1103041b-1433-480f-a2cb-f05193d5472a" providerId="ADAL" clId="{9C794FDC-2E13-41BE-8EDF-EC360A8447C7}" dt="2024-10-23T03:46:07.054" v="5720" actId="1076"/>
      <pc:docMkLst>
        <pc:docMk/>
      </pc:docMkLst>
      <pc:sldChg chg="modSp mod">
        <pc:chgData name="YJoey" userId="1103041b-1433-480f-a2cb-f05193d5472a" providerId="ADAL" clId="{9C794FDC-2E13-41BE-8EDF-EC360A8447C7}" dt="2024-10-21T10:42:01.944" v="5457" actId="1076"/>
        <pc:sldMkLst>
          <pc:docMk/>
          <pc:sldMk cId="3451848383" sldId="256"/>
        </pc:sldMkLst>
      </pc:sldChg>
      <pc:sldChg chg="modSp del modNotes">
        <pc:chgData name="YJoey" userId="1103041b-1433-480f-a2cb-f05193d5472a" providerId="ADAL" clId="{9C794FDC-2E13-41BE-8EDF-EC360A8447C7}" dt="2024-10-17T03:31:39.297" v="3538" actId="47"/>
        <pc:sldMkLst>
          <pc:docMk/>
          <pc:sldMk cId="3636639203" sldId="278"/>
        </pc:sldMkLst>
      </pc:sldChg>
      <pc:sldChg chg="addSp delSp modSp mod modNotes">
        <pc:chgData name="YJoey" userId="1103041b-1433-480f-a2cb-f05193d5472a" providerId="ADAL" clId="{9C794FDC-2E13-41BE-8EDF-EC360A8447C7}" dt="2024-10-23T03:46:07.054" v="5720" actId="1076"/>
        <pc:sldMkLst>
          <pc:docMk/>
          <pc:sldMk cId="3406892301" sldId="279"/>
        </pc:sldMkLst>
      </pc:sldChg>
      <pc:sldChg chg="addSp delSp modSp mod">
        <pc:chgData name="YJoey" userId="1103041b-1433-480f-a2cb-f05193d5472a" providerId="ADAL" clId="{9C794FDC-2E13-41BE-8EDF-EC360A8447C7}" dt="2024-10-17T09:28:06.494" v="5323" actId="20577"/>
        <pc:sldMkLst>
          <pc:docMk/>
          <pc:sldMk cId="2509842291" sldId="280"/>
        </pc:sldMkLst>
      </pc:sldChg>
      <pc:sldChg chg="addSp delSp modSp mod">
        <pc:chgData name="YJoey" userId="1103041b-1433-480f-a2cb-f05193d5472a" providerId="ADAL" clId="{9C794FDC-2E13-41BE-8EDF-EC360A8447C7}" dt="2024-10-21T10:25:50.350" v="5453" actId="1076"/>
        <pc:sldMkLst>
          <pc:docMk/>
          <pc:sldMk cId="294842476" sldId="281"/>
        </pc:sldMkLst>
      </pc:sldChg>
      <pc:sldChg chg="addSp delSp modSp mod">
        <pc:chgData name="YJoey" userId="1103041b-1433-480f-a2cb-f05193d5472a" providerId="ADAL" clId="{9C794FDC-2E13-41BE-8EDF-EC360A8447C7}" dt="2024-10-17T03:49:03.672" v="4783" actId="12"/>
        <pc:sldMkLst>
          <pc:docMk/>
          <pc:sldMk cId="1523485137" sldId="282"/>
        </pc:sldMkLst>
      </pc:sldChg>
      <pc:sldChg chg="addSp delSp modSp mod">
        <pc:chgData name="YJoey" userId="1103041b-1433-480f-a2cb-f05193d5472a" providerId="ADAL" clId="{9C794FDC-2E13-41BE-8EDF-EC360A8447C7}" dt="2024-10-17T03:51:35.142" v="4940" actId="20577"/>
        <pc:sldMkLst>
          <pc:docMk/>
          <pc:sldMk cId="3551823967" sldId="284"/>
        </pc:sldMkLst>
      </pc:sldChg>
      <pc:sldChg chg="addSp delSp modSp mod">
        <pc:chgData name="YJoey" userId="1103041b-1433-480f-a2cb-f05193d5472a" providerId="ADAL" clId="{9C794FDC-2E13-41BE-8EDF-EC360A8447C7}" dt="2024-10-17T04:01:41.385" v="5253" actId="1035"/>
        <pc:sldMkLst>
          <pc:docMk/>
          <pc:sldMk cId="1164877682" sldId="285"/>
        </pc:sldMkLst>
      </pc:sldChg>
      <pc:sldMasterChg chg="modSp modSldLayout">
        <pc:chgData name="YJoey" userId="1103041b-1433-480f-a2cb-f05193d5472a" providerId="ADAL" clId="{9C794FDC-2E13-41BE-8EDF-EC360A8447C7}" dt="2024-10-17T02:16:55.221" v="323"/>
        <pc:sldMasterMkLst>
          <pc:docMk/>
          <pc:sldMasterMk cId="2053313080" sldId="2147483648"/>
        </pc:sldMasterMkLst>
        <pc:sldLayoutChg chg="modSp">
          <pc:chgData name="YJoey" userId="1103041b-1433-480f-a2cb-f05193d5472a" providerId="ADAL" clId="{9C794FDC-2E13-41BE-8EDF-EC360A8447C7}" dt="2024-10-17T02:16:55.221" v="323"/>
          <pc:sldLayoutMkLst>
            <pc:docMk/>
            <pc:sldMasterMk cId="2053313080" sldId="2147483648"/>
            <pc:sldLayoutMk cId="3220392477" sldId="2147483649"/>
          </pc:sldLayoutMkLst>
        </pc:sldLayoutChg>
        <pc:sldLayoutChg chg="modSp">
          <pc:chgData name="YJoey" userId="1103041b-1433-480f-a2cb-f05193d5472a" providerId="ADAL" clId="{9C794FDC-2E13-41BE-8EDF-EC360A8447C7}" dt="2024-10-17T02:16:55.221" v="323"/>
          <pc:sldLayoutMkLst>
            <pc:docMk/>
            <pc:sldMasterMk cId="2053313080" sldId="2147483648"/>
            <pc:sldLayoutMk cId="2499273360" sldId="2147483651"/>
          </pc:sldLayoutMkLst>
        </pc:sldLayoutChg>
        <pc:sldLayoutChg chg="modSp">
          <pc:chgData name="YJoey" userId="1103041b-1433-480f-a2cb-f05193d5472a" providerId="ADAL" clId="{9C794FDC-2E13-41BE-8EDF-EC360A8447C7}" dt="2024-10-17T02:16:55.221" v="323"/>
          <pc:sldLayoutMkLst>
            <pc:docMk/>
            <pc:sldMasterMk cId="2053313080" sldId="2147483648"/>
            <pc:sldLayoutMk cId="3085876861" sldId="2147483652"/>
          </pc:sldLayoutMkLst>
        </pc:sldLayoutChg>
        <pc:sldLayoutChg chg="modSp">
          <pc:chgData name="YJoey" userId="1103041b-1433-480f-a2cb-f05193d5472a" providerId="ADAL" clId="{9C794FDC-2E13-41BE-8EDF-EC360A8447C7}" dt="2024-10-17T02:16:55.221" v="323"/>
          <pc:sldLayoutMkLst>
            <pc:docMk/>
            <pc:sldMasterMk cId="2053313080" sldId="2147483648"/>
            <pc:sldLayoutMk cId="124555791" sldId="2147483653"/>
          </pc:sldLayoutMkLst>
        </pc:sldLayoutChg>
        <pc:sldLayoutChg chg="modSp">
          <pc:chgData name="YJoey" userId="1103041b-1433-480f-a2cb-f05193d5472a" providerId="ADAL" clId="{9C794FDC-2E13-41BE-8EDF-EC360A8447C7}" dt="2024-10-17T02:16:55.221" v="323"/>
          <pc:sldLayoutMkLst>
            <pc:docMk/>
            <pc:sldMasterMk cId="2053313080" sldId="2147483648"/>
            <pc:sldLayoutMk cId="2600153555" sldId="2147483656"/>
          </pc:sldLayoutMkLst>
        </pc:sldLayoutChg>
        <pc:sldLayoutChg chg="modSp">
          <pc:chgData name="YJoey" userId="1103041b-1433-480f-a2cb-f05193d5472a" providerId="ADAL" clId="{9C794FDC-2E13-41BE-8EDF-EC360A8447C7}" dt="2024-10-17T02:16:55.221" v="323"/>
          <pc:sldLayoutMkLst>
            <pc:docMk/>
            <pc:sldMasterMk cId="2053313080" sldId="2147483648"/>
            <pc:sldLayoutMk cId="4261651047" sldId="2147483657"/>
          </pc:sldLayoutMkLst>
        </pc:sldLayoutChg>
        <pc:sldLayoutChg chg="modSp">
          <pc:chgData name="YJoey" userId="1103041b-1433-480f-a2cb-f05193d5472a" providerId="ADAL" clId="{9C794FDC-2E13-41BE-8EDF-EC360A8447C7}" dt="2024-10-17T02:16:55.221" v="323"/>
          <pc:sldLayoutMkLst>
            <pc:docMk/>
            <pc:sldMasterMk cId="2053313080" sldId="2147483648"/>
            <pc:sldLayoutMk cId="3786450042" sldId="2147483659"/>
          </pc:sldLayoutMkLst>
        </pc:sldLayoutChg>
        <pc:sldLayoutChg chg="delSp modSp mod">
          <pc:chgData name="YJoey" userId="1103041b-1433-480f-a2cb-f05193d5472a" providerId="ADAL" clId="{9C794FDC-2E13-41BE-8EDF-EC360A8447C7}" dt="2024-10-17T02:16:55.221" v="323"/>
          <pc:sldLayoutMkLst>
            <pc:docMk/>
            <pc:sldMasterMk cId="2053313080" sldId="2147483648"/>
            <pc:sldLayoutMk cId="1256875357" sldId="2147483660"/>
          </pc:sldLayoutMkLst>
        </pc:sldLayoutChg>
      </pc:sldMasterChg>
      <pc:sldMasterChg chg="modSldLayout">
        <pc:chgData name="YJoey" userId="1103041b-1433-480f-a2cb-f05193d5472a" providerId="ADAL" clId="{9C794FDC-2E13-41BE-8EDF-EC360A8447C7}" dt="2024-10-17T02:17:01.793" v="325" actId="1076"/>
        <pc:sldMasterMkLst>
          <pc:docMk/>
          <pc:sldMasterMk cId="2779796738" sldId="2147483661"/>
        </pc:sldMasterMkLst>
        <pc:sldLayoutChg chg="addSp modSp mod">
          <pc:chgData name="YJoey" userId="1103041b-1433-480f-a2cb-f05193d5472a" providerId="ADAL" clId="{9C794FDC-2E13-41BE-8EDF-EC360A8447C7}" dt="2024-10-17T02:17:01.793" v="325" actId="1076"/>
          <pc:sldLayoutMkLst>
            <pc:docMk/>
            <pc:sldMasterMk cId="2779796738" sldId="2147483661"/>
            <pc:sldLayoutMk cId="315833978" sldId="2147483673"/>
          </pc:sldLayoutMkLst>
        </pc:sldLayoutChg>
      </pc:sldMasterChg>
    </pc:docChg>
  </pc:docChgLst>
  <pc:docChgLst>
    <pc:chgData name="yiyuxiao" userId="daf2ba26-d08d-4887-b74a-7bc9c33424fe" providerId="ADAL" clId="{00FE49B7-AB1A-45AD-95BE-FEA9E84F1A47}"/>
    <pc:docChg chg="undo custSel modSld">
      <pc:chgData name="yiyuxiao" userId="daf2ba26-d08d-4887-b74a-7bc9c33424fe" providerId="ADAL" clId="{00FE49B7-AB1A-45AD-95BE-FEA9E84F1A47}" dt="2025-05-26T10:02:23.625" v="2298" actId="1038"/>
      <pc:docMkLst>
        <pc:docMk/>
      </pc:docMkLst>
      <pc:sldChg chg="modSp mod">
        <pc:chgData name="yiyuxiao" userId="daf2ba26-d08d-4887-b74a-7bc9c33424fe" providerId="ADAL" clId="{00FE49B7-AB1A-45AD-95BE-FEA9E84F1A47}" dt="2025-05-26T10:01:38.480" v="2276" actId="692"/>
        <pc:sldMkLst>
          <pc:docMk/>
          <pc:sldMk cId="3451848383" sldId="256"/>
        </pc:sldMkLst>
      </pc:sldChg>
      <pc:sldChg chg="modSp mod">
        <pc:chgData name="yiyuxiao" userId="daf2ba26-d08d-4887-b74a-7bc9c33424fe" providerId="ADAL" clId="{00FE49B7-AB1A-45AD-95BE-FEA9E84F1A47}" dt="2025-05-26T09:59:40.917" v="2270" actId="1076"/>
        <pc:sldMkLst>
          <pc:docMk/>
          <pc:sldMk cId="1523485137" sldId="282"/>
        </pc:sldMkLst>
      </pc:sldChg>
      <pc:sldChg chg="addSp modSp mod">
        <pc:chgData name="yiyuxiao" userId="daf2ba26-d08d-4887-b74a-7bc9c33424fe" providerId="ADAL" clId="{00FE49B7-AB1A-45AD-95BE-FEA9E84F1A47}" dt="2025-05-26T09:26:10.619" v="870" actId="113"/>
        <pc:sldMkLst>
          <pc:docMk/>
          <pc:sldMk cId="1104544087" sldId="339"/>
        </pc:sldMkLst>
        <pc:spChg chg="mod">
          <ac:chgData name="yiyuxiao" userId="daf2ba26-d08d-4887-b74a-7bc9c33424fe" providerId="ADAL" clId="{00FE49B7-AB1A-45AD-95BE-FEA9E84F1A47}" dt="2025-05-26T09:25:36.820" v="838" actId="20577"/>
          <ac:spMkLst>
            <pc:docMk/>
            <pc:sldMk cId="1104544087" sldId="339"/>
            <ac:spMk id="15" creationId="{D550B69D-EB46-39CC-C8B9-347B084B8623}"/>
          </ac:spMkLst>
        </pc:spChg>
      </pc:sldChg>
      <pc:sldChg chg="addSp delSp modSp mod">
        <pc:chgData name="yiyuxiao" userId="daf2ba26-d08d-4887-b74a-7bc9c33424fe" providerId="ADAL" clId="{00FE49B7-AB1A-45AD-95BE-FEA9E84F1A47}" dt="2025-05-26T09:24:40.435" v="833" actId="1076"/>
        <pc:sldMkLst>
          <pc:docMk/>
          <pc:sldMk cId="660541154" sldId="370"/>
        </pc:sldMkLst>
      </pc:sldChg>
      <pc:sldChg chg="addSp delSp modSp mod">
        <pc:chgData name="yiyuxiao" userId="daf2ba26-d08d-4887-b74a-7bc9c33424fe" providerId="ADAL" clId="{00FE49B7-AB1A-45AD-95BE-FEA9E84F1A47}" dt="2025-05-26T10:02:23.625" v="2298" actId="1038"/>
        <pc:sldMkLst>
          <pc:docMk/>
          <pc:sldMk cId="2433916172" sldId="372"/>
        </pc:sldMkLst>
      </pc:sldChg>
      <pc:sldChg chg="addSp modSp mod">
        <pc:chgData name="yiyuxiao" userId="daf2ba26-d08d-4887-b74a-7bc9c33424fe" providerId="ADAL" clId="{00FE49B7-AB1A-45AD-95BE-FEA9E84F1A47}" dt="2025-05-26T10:00:05.712" v="2274" actId="1076"/>
        <pc:sldMkLst>
          <pc:docMk/>
          <pc:sldMk cId="3763540058" sldId="373"/>
        </pc:sldMkLst>
      </pc:sldChg>
      <pc:sldChg chg="addSp delSp modSp mod">
        <pc:chgData name="yiyuxiao" userId="daf2ba26-d08d-4887-b74a-7bc9c33424fe" providerId="ADAL" clId="{00FE49B7-AB1A-45AD-95BE-FEA9E84F1A47}" dt="2025-05-26T09:58:46.146" v="2269" actId="207"/>
        <pc:sldMkLst>
          <pc:docMk/>
          <pc:sldMk cId="1038299547" sldId="376"/>
        </pc:sldMkLst>
      </pc:sldChg>
      <pc:sldChg chg="addSp modSp mod">
        <pc:chgData name="yiyuxiao" userId="daf2ba26-d08d-4887-b74a-7bc9c33424fe" providerId="ADAL" clId="{00FE49B7-AB1A-45AD-95BE-FEA9E84F1A47}" dt="2025-05-26T09:52:07.527" v="2082" actId="20577"/>
        <pc:sldMkLst>
          <pc:docMk/>
          <pc:sldMk cId="1347636181" sldId="377"/>
        </pc:sldMkLst>
      </pc:sldChg>
    </pc:docChg>
  </pc:docChgLst>
  <pc:docChgLst>
    <pc:chgData name="YJoey" userId="1103041b-1433-480f-a2cb-f05193d5472a" providerId="ADAL" clId="{8DE2EB72-BA94-40A1-A653-DBFE21C05EF0}"/>
    <pc:docChg chg="undo custSel addSld delSld modSld modMainMaster">
      <pc:chgData name="YJoey" userId="1103041b-1433-480f-a2cb-f05193d5472a" providerId="ADAL" clId="{8DE2EB72-BA94-40A1-A653-DBFE21C05EF0}" dt="2024-08-07T13:43:07.085" v="1506" actId="1076"/>
      <pc:docMkLst>
        <pc:docMk/>
      </pc:docMkLst>
      <pc:sldChg chg="addSp delSp modSp mod">
        <pc:chgData name="YJoey" userId="1103041b-1433-480f-a2cb-f05193d5472a" providerId="ADAL" clId="{8DE2EB72-BA94-40A1-A653-DBFE21C05EF0}" dt="2024-08-07T11:45:10.993" v="95" actId="1076"/>
        <pc:sldMkLst>
          <pc:docMk/>
          <pc:sldMk cId="3451848383" sldId="256"/>
        </pc:sldMkLst>
      </pc:sldChg>
      <pc:sldChg chg="addSp delSp modSp mod">
        <pc:chgData name="YJoey" userId="1103041b-1433-480f-a2cb-f05193d5472a" providerId="ADAL" clId="{8DE2EB72-BA94-40A1-A653-DBFE21C05EF0}" dt="2024-08-07T12:56:35.593" v="899" actId="20577"/>
        <pc:sldMkLst>
          <pc:docMk/>
          <pc:sldMk cId="274468769" sldId="262"/>
        </pc:sldMkLst>
      </pc:sldChg>
      <pc:sldChg chg="addSp delSp modSp add mod">
        <pc:chgData name="YJoey" userId="1103041b-1433-480f-a2cb-f05193d5472a" providerId="ADAL" clId="{8DE2EB72-BA94-40A1-A653-DBFE21C05EF0}" dt="2024-08-07T13:42:56.037" v="1502" actId="21"/>
        <pc:sldMkLst>
          <pc:docMk/>
          <pc:sldMk cId="1404382478" sldId="263"/>
        </pc:sldMkLst>
      </pc:sldChg>
      <pc:sldChg chg="modSp add del mod">
        <pc:chgData name="YJoey" userId="1103041b-1433-480f-a2cb-f05193d5472a" providerId="ADAL" clId="{8DE2EB72-BA94-40A1-A653-DBFE21C05EF0}" dt="2024-08-07T12:33:26.927" v="654" actId="47"/>
        <pc:sldMkLst>
          <pc:docMk/>
          <pc:sldMk cId="4139610022" sldId="263"/>
        </pc:sldMkLst>
      </pc:sldChg>
      <pc:sldChg chg="addSp delSp modSp new mod">
        <pc:chgData name="YJoey" userId="1103041b-1433-480f-a2cb-f05193d5472a" providerId="ADAL" clId="{8DE2EB72-BA94-40A1-A653-DBFE21C05EF0}" dt="2024-08-07T13:16:32.905" v="1304" actId="478"/>
        <pc:sldMkLst>
          <pc:docMk/>
          <pc:sldMk cId="71336629" sldId="264"/>
        </pc:sldMkLst>
      </pc:sldChg>
      <pc:sldChg chg="addSp delSp modSp add mod">
        <pc:chgData name="YJoey" userId="1103041b-1433-480f-a2cb-f05193d5472a" providerId="ADAL" clId="{8DE2EB72-BA94-40A1-A653-DBFE21C05EF0}" dt="2024-08-07T13:43:07.085" v="1506" actId="1076"/>
        <pc:sldMkLst>
          <pc:docMk/>
          <pc:sldMk cId="2876658477" sldId="265"/>
        </pc:sldMkLst>
      </pc:sldChg>
      <pc:sldChg chg="addSp delSp modSp add mod">
        <pc:chgData name="YJoey" userId="1103041b-1433-480f-a2cb-f05193d5472a" providerId="ADAL" clId="{8DE2EB72-BA94-40A1-A653-DBFE21C05EF0}" dt="2024-08-07T13:28:39.559" v="1433" actId="1076"/>
        <pc:sldMkLst>
          <pc:docMk/>
          <pc:sldMk cId="2439867552" sldId="266"/>
        </pc:sldMkLst>
      </pc:sldChg>
      <pc:sldChg chg="delSp modSp add mod">
        <pc:chgData name="YJoey" userId="1103041b-1433-480f-a2cb-f05193d5472a" providerId="ADAL" clId="{8DE2EB72-BA94-40A1-A653-DBFE21C05EF0}" dt="2024-08-07T13:30:29.097" v="1460" actId="20577"/>
        <pc:sldMkLst>
          <pc:docMk/>
          <pc:sldMk cId="1783882762" sldId="267"/>
        </pc:sldMkLst>
      </pc:sldChg>
      <pc:sldMasterChg chg="modSldLayout">
        <pc:chgData name="YJoey" userId="1103041b-1433-480f-a2cb-f05193d5472a" providerId="ADAL" clId="{8DE2EB72-BA94-40A1-A653-DBFE21C05EF0}" dt="2024-08-07T11:34:26.155" v="54" actId="208"/>
        <pc:sldMasterMkLst>
          <pc:docMk/>
          <pc:sldMasterMk cId="2053313080" sldId="2147483648"/>
        </pc:sldMasterMkLst>
        <pc:sldLayoutChg chg="modSp mod">
          <pc:chgData name="YJoey" userId="1103041b-1433-480f-a2cb-f05193d5472a" providerId="ADAL" clId="{8DE2EB72-BA94-40A1-A653-DBFE21C05EF0}" dt="2024-08-07T11:34:26.155" v="54" actId="208"/>
          <pc:sldLayoutMkLst>
            <pc:docMk/>
            <pc:sldMasterMk cId="2053313080" sldId="2147483648"/>
            <pc:sldLayoutMk cId="3983180911" sldId="2147483660"/>
          </pc:sldLayoutMkLst>
        </pc:sldLayoutChg>
      </pc:sldMasterChg>
    </pc:docChg>
  </pc:docChgLst>
  <pc:docChgLst>
    <pc:chgData name="YJoey" userId="1103041b-1433-480f-a2cb-f05193d5472a" providerId="ADAL" clId="{00687BA4-D12B-41FC-AE76-758BD78CEB6C}"/>
    <pc:docChg chg="undo custSel delSld modSld sldOrd modSection">
      <pc:chgData name="YJoey" userId="1103041b-1433-480f-a2cb-f05193d5472a" providerId="ADAL" clId="{00687BA4-D12B-41FC-AE76-758BD78CEB6C}" dt="2024-09-30T09:46:32.275" v="4500" actId="1036"/>
      <pc:docMkLst>
        <pc:docMk/>
      </pc:docMkLst>
      <pc:sldChg chg="addSp delSp modSp mod">
        <pc:chgData name="YJoey" userId="1103041b-1433-480f-a2cb-f05193d5472a" providerId="ADAL" clId="{00687BA4-D12B-41FC-AE76-758BD78CEB6C}" dt="2024-09-26T10:41:30.993" v="3932" actId="113"/>
        <pc:sldMkLst>
          <pc:docMk/>
          <pc:sldMk cId="3451848383" sldId="256"/>
        </pc:sldMkLst>
      </pc:sldChg>
      <pc:sldChg chg="addSp delSp modSp mod">
        <pc:chgData name="YJoey" userId="1103041b-1433-480f-a2cb-f05193d5472a" providerId="ADAL" clId="{00687BA4-D12B-41FC-AE76-758BD78CEB6C}" dt="2024-09-30T09:46:32.275" v="4500" actId="1036"/>
        <pc:sldMkLst>
          <pc:docMk/>
          <pc:sldMk cId="3636639203" sldId="278"/>
        </pc:sldMkLst>
      </pc:sldChg>
      <pc:sldChg chg="addSp delSp modSp mod ord">
        <pc:chgData name="YJoey" userId="1103041b-1433-480f-a2cb-f05193d5472a" providerId="ADAL" clId="{00687BA4-D12B-41FC-AE76-758BD78CEB6C}" dt="2024-09-30T09:15:08.972" v="4325" actId="692"/>
        <pc:sldMkLst>
          <pc:docMk/>
          <pc:sldMk cId="3406892301" sldId="279"/>
        </pc:sldMkLst>
      </pc:sldChg>
      <pc:sldChg chg="addSp delSp modSp mod">
        <pc:chgData name="YJoey" userId="1103041b-1433-480f-a2cb-f05193d5472a" providerId="ADAL" clId="{00687BA4-D12B-41FC-AE76-758BD78CEB6C}" dt="2024-09-30T09:39:18.521" v="4424" actId="14100"/>
        <pc:sldMkLst>
          <pc:docMk/>
          <pc:sldMk cId="2509842291" sldId="280"/>
        </pc:sldMkLst>
      </pc:sldChg>
      <pc:sldChg chg="addSp delSp modSp mod">
        <pc:chgData name="YJoey" userId="1103041b-1433-480f-a2cb-f05193d5472a" providerId="ADAL" clId="{00687BA4-D12B-41FC-AE76-758BD78CEB6C}" dt="2024-09-30T09:42:57.915" v="4462" actId="20577"/>
        <pc:sldMkLst>
          <pc:docMk/>
          <pc:sldMk cId="294842476" sldId="281"/>
        </pc:sldMkLst>
      </pc:sldChg>
      <pc:sldChg chg="addSp delSp modSp mod">
        <pc:chgData name="YJoey" userId="1103041b-1433-480f-a2cb-f05193d5472a" providerId="ADAL" clId="{00687BA4-D12B-41FC-AE76-758BD78CEB6C}" dt="2024-09-26T10:40:38.826" v="3796" actId="20577"/>
        <pc:sldMkLst>
          <pc:docMk/>
          <pc:sldMk cId="1523485137" sldId="282"/>
        </pc:sldMkLst>
      </pc:sldChg>
      <pc:sldChg chg="del">
        <pc:chgData name="YJoey" userId="1103041b-1433-480f-a2cb-f05193d5472a" providerId="ADAL" clId="{00687BA4-D12B-41FC-AE76-758BD78CEB6C}" dt="2024-09-26T10:01:29.987" v="1560" actId="47"/>
        <pc:sldMkLst>
          <pc:docMk/>
          <pc:sldMk cId="3879898640" sldId="283"/>
        </pc:sldMkLst>
      </pc:sldChg>
      <pc:sldChg chg="addSp delSp modSp mod">
        <pc:chgData name="YJoey" userId="1103041b-1433-480f-a2cb-f05193d5472a" providerId="ADAL" clId="{00687BA4-D12B-41FC-AE76-758BD78CEB6C}" dt="2024-09-30T09:26:58.277" v="4338" actId="20577"/>
        <pc:sldMkLst>
          <pc:docMk/>
          <pc:sldMk cId="3551823967" sldId="284"/>
        </pc:sldMkLst>
      </pc:sldChg>
    </pc:docChg>
  </pc:docChgLst>
  <pc:docChgLst>
    <pc:chgData name="YJoey" userId="1103041b-1433-480f-a2cb-f05193d5472a" providerId="ADAL" clId="{C7D463EE-F6D5-9342-8844-10748984F7A1}"/>
    <pc:docChg chg="modSld">
      <pc:chgData name="YJoey" userId="1103041b-1433-480f-a2cb-f05193d5472a" providerId="ADAL" clId="{C7D463EE-F6D5-9342-8844-10748984F7A1}" dt="2024-08-26T07:56:00.187" v="7" actId="20577"/>
      <pc:docMkLst>
        <pc:docMk/>
      </pc:docMkLst>
      <pc:sldChg chg="modSp mod">
        <pc:chgData name="YJoey" userId="1103041b-1433-480f-a2cb-f05193d5472a" providerId="ADAL" clId="{C7D463EE-F6D5-9342-8844-10748984F7A1}" dt="2024-08-26T07:56:00.187" v="7" actId="20577"/>
        <pc:sldMkLst>
          <pc:docMk/>
          <pc:sldMk cId="3680376442" sldId="263"/>
        </pc:sldMkLst>
      </pc:sldChg>
      <pc:sldChg chg="modSp mod">
        <pc:chgData name="YJoey" userId="1103041b-1433-480f-a2cb-f05193d5472a" providerId="ADAL" clId="{C7D463EE-F6D5-9342-8844-10748984F7A1}" dt="2024-08-26T07:08:53.784" v="0" actId="14100"/>
        <pc:sldMkLst>
          <pc:docMk/>
          <pc:sldMk cId="3735454765" sldId="276"/>
        </pc:sldMkLst>
      </pc:sldChg>
    </pc:docChg>
  </pc:docChgLst>
  <pc:docChgLst>
    <pc:chgData name="Joey Z" userId="a91907b6daa823cf" providerId="LiveId" clId="{4D01D60A-38C3-4251-90F7-A259D3119CBB}"/>
    <pc:docChg chg="undo custSel addSld delSld modSld sldOrd modSection">
      <pc:chgData name="Joey Z" userId="a91907b6daa823cf" providerId="LiveId" clId="{4D01D60A-38C3-4251-90F7-A259D3119CBB}" dt="2025-08-19T10:09:11.811" v="4826" actId="207"/>
      <pc:docMkLst>
        <pc:docMk/>
      </pc:docMkLst>
      <pc:sldChg chg="addSp modSp mod modAnim">
        <pc:chgData name="Joey Z" userId="a91907b6daa823cf" providerId="LiveId" clId="{4D01D60A-38C3-4251-90F7-A259D3119CBB}" dt="2025-08-19T10:01:14.644" v="4672"/>
        <pc:sldMkLst>
          <pc:docMk/>
          <pc:sldMk cId="3451848383" sldId="256"/>
        </pc:sldMkLst>
        <pc:spChg chg="mod">
          <ac:chgData name="Joey Z" userId="a91907b6daa823cf" providerId="LiveId" clId="{4D01D60A-38C3-4251-90F7-A259D3119CBB}" dt="2025-08-18T09:05:42.674" v="1" actId="20577"/>
          <ac:spMkLst>
            <pc:docMk/>
            <pc:sldMk cId="3451848383" sldId="256"/>
            <ac:spMk id="5" creationId="{54CA506E-6C55-9A87-DF72-755E7221B116}"/>
          </ac:spMkLst>
        </pc:spChg>
        <pc:spChg chg="add mod">
          <ac:chgData name="Joey Z" userId="a91907b6daa823cf" providerId="LiveId" clId="{4D01D60A-38C3-4251-90F7-A259D3119CBB}" dt="2025-08-19T09:32:38.406" v="3871" actId="14100"/>
          <ac:spMkLst>
            <pc:docMk/>
            <pc:sldMk cId="3451848383" sldId="256"/>
            <ac:spMk id="11" creationId="{882FB148-3E8C-7568-B88E-F56D826F64A7}"/>
          </ac:spMkLst>
        </pc:spChg>
        <pc:spChg chg="add mod">
          <ac:chgData name="Joey Z" userId="a91907b6daa823cf" providerId="LiveId" clId="{4D01D60A-38C3-4251-90F7-A259D3119CBB}" dt="2025-08-19T09:32:33.280" v="3869" actId="404"/>
          <ac:spMkLst>
            <pc:docMk/>
            <pc:sldMk cId="3451848383" sldId="256"/>
            <ac:spMk id="13" creationId="{D74E19DD-3CD7-38F0-273D-7052E18EF113}"/>
          </ac:spMkLst>
        </pc:spChg>
        <pc:picChg chg="add mod">
          <ac:chgData name="Joey Z" userId="a91907b6daa823cf" providerId="LiveId" clId="{4D01D60A-38C3-4251-90F7-A259D3119CBB}" dt="2025-08-19T07:47:54.983" v="57" actId="1076"/>
          <ac:picMkLst>
            <pc:docMk/>
            <pc:sldMk cId="3451848383" sldId="256"/>
            <ac:picMk id="2" creationId="{B5AB3948-B4A6-A185-7D7F-893B43AEDA26}"/>
          </ac:picMkLst>
        </pc:picChg>
        <pc:picChg chg="mod">
          <ac:chgData name="Joey Z" userId="a91907b6daa823cf" providerId="LiveId" clId="{4D01D60A-38C3-4251-90F7-A259D3119CBB}" dt="2025-08-19T07:45:06.456" v="29" actId="14100"/>
          <ac:picMkLst>
            <pc:docMk/>
            <pc:sldMk cId="3451848383" sldId="256"/>
            <ac:picMk id="3" creationId="{B14BCA47-B6E3-E791-002C-999149B89698}"/>
          </ac:picMkLst>
        </pc:picChg>
        <pc:picChg chg="add mod">
          <ac:chgData name="Joey Z" userId="a91907b6daa823cf" providerId="LiveId" clId="{4D01D60A-38C3-4251-90F7-A259D3119CBB}" dt="2025-08-19T07:48:04.408" v="65" actId="1035"/>
          <ac:picMkLst>
            <pc:docMk/>
            <pc:sldMk cId="3451848383" sldId="256"/>
            <ac:picMk id="9" creationId="{BD0CEAAA-C2B1-A525-F3CB-DBB9E5E029C0}"/>
          </ac:picMkLst>
        </pc:picChg>
      </pc:sldChg>
      <pc:sldChg chg="addSp modSp mod ord">
        <pc:chgData name="Joey Z" userId="a91907b6daa823cf" providerId="LiveId" clId="{4D01D60A-38C3-4251-90F7-A259D3119CBB}" dt="2025-08-19T10:07:45.121" v="4823" actId="1076"/>
        <pc:sldMkLst>
          <pc:docMk/>
          <pc:sldMk cId="1104544087" sldId="339"/>
        </pc:sldMkLst>
        <pc:spChg chg="add mod">
          <ac:chgData name="Joey Z" userId="a91907b6daa823cf" providerId="LiveId" clId="{4D01D60A-38C3-4251-90F7-A259D3119CBB}" dt="2025-08-19T10:07:18.214" v="4791" actId="1076"/>
          <ac:spMkLst>
            <pc:docMk/>
            <pc:sldMk cId="1104544087" sldId="339"/>
            <ac:spMk id="3" creationId="{898D8B3A-756F-62FB-7273-A3D247DF9750}"/>
          </ac:spMkLst>
        </pc:spChg>
        <pc:spChg chg="add mod">
          <ac:chgData name="Joey Z" userId="a91907b6daa823cf" providerId="LiveId" clId="{4D01D60A-38C3-4251-90F7-A259D3119CBB}" dt="2025-08-19T10:07:24.907" v="4801" actId="20577"/>
          <ac:spMkLst>
            <pc:docMk/>
            <pc:sldMk cId="1104544087" sldId="339"/>
            <ac:spMk id="4" creationId="{F6F08C40-2852-B189-1488-68E96F606F46}"/>
          </ac:spMkLst>
        </pc:spChg>
        <pc:spChg chg="add mod">
          <ac:chgData name="Joey Z" userId="a91907b6daa823cf" providerId="LiveId" clId="{4D01D60A-38C3-4251-90F7-A259D3119CBB}" dt="2025-08-19T10:07:45.121" v="4823" actId="1076"/>
          <ac:spMkLst>
            <pc:docMk/>
            <pc:sldMk cId="1104544087" sldId="339"/>
            <ac:spMk id="5" creationId="{5D62979A-3EE4-1159-901E-564603F1B717}"/>
          </ac:spMkLst>
        </pc:spChg>
        <pc:spChg chg="mod">
          <ac:chgData name="Joey Z" userId="a91907b6daa823cf" providerId="LiveId" clId="{4D01D60A-38C3-4251-90F7-A259D3119CBB}" dt="2025-08-19T07:55:44.782" v="190" actId="20577"/>
          <ac:spMkLst>
            <pc:docMk/>
            <pc:sldMk cId="1104544087" sldId="339"/>
            <ac:spMk id="9" creationId="{6F3D5B30-DC95-6410-BFFE-7D6B98A8B775}"/>
          </ac:spMkLst>
        </pc:spChg>
        <pc:picChg chg="mod">
          <ac:chgData name="Joey Z" userId="a91907b6daa823cf" providerId="LiveId" clId="{4D01D60A-38C3-4251-90F7-A259D3119CBB}" dt="2025-08-19T10:07:40.443" v="4822" actId="1076"/>
          <ac:picMkLst>
            <pc:docMk/>
            <pc:sldMk cId="1104544087" sldId="339"/>
            <ac:picMk id="1026" creationId="{865E5EA2-9A24-4670-EAF2-E03BEAEFEFEA}"/>
          </ac:picMkLst>
        </pc:picChg>
      </pc:sldChg>
      <pc:sldChg chg="addSp delSp modSp mod ord">
        <pc:chgData name="Joey Z" userId="a91907b6daa823cf" providerId="LiveId" clId="{4D01D60A-38C3-4251-90F7-A259D3119CBB}" dt="2025-08-19T10:09:11.811" v="4826" actId="207"/>
        <pc:sldMkLst>
          <pc:docMk/>
          <pc:sldMk cId="2588560949" sldId="378"/>
        </pc:sldMkLst>
        <pc:spChg chg="mod">
          <ac:chgData name="Joey Z" userId="a91907b6daa823cf" providerId="LiveId" clId="{4D01D60A-38C3-4251-90F7-A259D3119CBB}" dt="2025-08-19T09:13:55.050" v="2981" actId="14100"/>
          <ac:spMkLst>
            <pc:docMk/>
            <pc:sldMk cId="2588560949" sldId="378"/>
            <ac:spMk id="2" creationId="{C4488F79-3BAB-E34A-8C46-B0F72FA602FA}"/>
          </ac:spMkLst>
        </pc:spChg>
        <pc:spChg chg="mod">
          <ac:chgData name="Joey Z" userId="a91907b6daa823cf" providerId="LiveId" clId="{4D01D60A-38C3-4251-90F7-A259D3119CBB}" dt="2025-08-19T09:11:44.539" v="2925" actId="207"/>
          <ac:spMkLst>
            <pc:docMk/>
            <pc:sldMk cId="2588560949" sldId="378"/>
            <ac:spMk id="3" creationId="{6283E14A-23E7-6E9B-286B-9D3FDE9061A7}"/>
          </ac:spMkLst>
        </pc:spChg>
        <pc:spChg chg="add mod">
          <ac:chgData name="Joey Z" userId="a91907b6daa823cf" providerId="LiveId" clId="{4D01D60A-38C3-4251-90F7-A259D3119CBB}" dt="2025-08-19T10:09:11.811" v="4826" actId="207"/>
          <ac:spMkLst>
            <pc:docMk/>
            <pc:sldMk cId="2588560949" sldId="378"/>
            <ac:spMk id="6" creationId="{01360817-1CB8-5689-3EA7-8E6567D466F0}"/>
          </ac:spMkLst>
        </pc:spChg>
        <pc:spChg chg="add mod">
          <ac:chgData name="Joey Z" userId="a91907b6daa823cf" providerId="LiveId" clId="{4D01D60A-38C3-4251-90F7-A259D3119CBB}" dt="2025-08-19T09:12:48.783" v="2958" actId="1036"/>
          <ac:spMkLst>
            <pc:docMk/>
            <pc:sldMk cId="2588560949" sldId="378"/>
            <ac:spMk id="11" creationId="{1AF4CB53-7C46-005A-89D4-5E239CE28BF5}"/>
          </ac:spMkLst>
        </pc:spChg>
        <pc:spChg chg="add mod">
          <ac:chgData name="Joey Z" userId="a91907b6daa823cf" providerId="LiveId" clId="{4D01D60A-38C3-4251-90F7-A259D3119CBB}" dt="2025-08-19T09:12:57.950" v="2959" actId="207"/>
          <ac:spMkLst>
            <pc:docMk/>
            <pc:sldMk cId="2588560949" sldId="378"/>
            <ac:spMk id="12" creationId="{1C48BF36-894D-B051-6DF4-FD181E7936EB}"/>
          </ac:spMkLst>
        </pc:spChg>
        <pc:spChg chg="add mod">
          <ac:chgData name="Joey Z" userId="a91907b6daa823cf" providerId="LiveId" clId="{4D01D60A-38C3-4251-90F7-A259D3119CBB}" dt="2025-08-19T09:13:19.327" v="2980" actId="207"/>
          <ac:spMkLst>
            <pc:docMk/>
            <pc:sldMk cId="2588560949" sldId="378"/>
            <ac:spMk id="13" creationId="{2BDF4418-F3FB-B091-5096-49BF36F1325D}"/>
          </ac:spMkLst>
        </pc:spChg>
        <pc:picChg chg="add del mod">
          <ac:chgData name="Joey Z" userId="a91907b6daa823cf" providerId="LiveId" clId="{4D01D60A-38C3-4251-90F7-A259D3119CBB}" dt="2025-08-19T09:03:09.048" v="2687" actId="21"/>
          <ac:picMkLst>
            <pc:docMk/>
            <pc:sldMk cId="2588560949" sldId="378"/>
            <ac:picMk id="5" creationId="{CFB2711E-2DE1-0F3F-CE8D-C044E7CAAE75}"/>
          </ac:picMkLst>
        </pc:picChg>
        <pc:picChg chg="add mod">
          <ac:chgData name="Joey Z" userId="a91907b6daa823cf" providerId="LiveId" clId="{4D01D60A-38C3-4251-90F7-A259D3119CBB}" dt="2025-08-19T09:48:50.516" v="4311" actId="14861"/>
          <ac:picMkLst>
            <pc:docMk/>
            <pc:sldMk cId="2588560949" sldId="378"/>
            <ac:picMk id="8" creationId="{FE4F58FF-9FC9-6244-A6F4-AE3F124A8947}"/>
          </ac:picMkLst>
        </pc:picChg>
        <pc:picChg chg="del">
          <ac:chgData name="Joey Z" userId="a91907b6daa823cf" providerId="LiveId" clId="{4D01D60A-38C3-4251-90F7-A259D3119CBB}" dt="2025-08-19T08:54:42.868" v="2457" actId="478"/>
          <ac:picMkLst>
            <pc:docMk/>
            <pc:sldMk cId="2588560949" sldId="378"/>
            <ac:picMk id="10" creationId="{A6ACEEE8-3B8C-48E6-5169-3E172B36E5F9}"/>
          </ac:picMkLst>
        </pc:picChg>
      </pc:sldChg>
      <pc:sldChg chg="modSp mod ord">
        <pc:chgData name="Joey Z" userId="a91907b6daa823cf" providerId="LiveId" clId="{4D01D60A-38C3-4251-90F7-A259D3119CBB}" dt="2025-08-19T09:38:40.903" v="4212" actId="1036"/>
        <pc:sldMkLst>
          <pc:docMk/>
          <pc:sldMk cId="592944653" sldId="379"/>
        </pc:sldMkLst>
        <pc:spChg chg="mod">
          <ac:chgData name="Joey Z" userId="a91907b6daa823cf" providerId="LiveId" clId="{4D01D60A-38C3-4251-90F7-A259D3119CBB}" dt="2025-08-19T09:00:46.293" v="2472" actId="20577"/>
          <ac:spMkLst>
            <pc:docMk/>
            <pc:sldMk cId="592944653" sldId="379"/>
            <ac:spMk id="2" creationId="{6E3501D0-2AEB-93AA-EC05-8FB0BCBB46FD}"/>
          </ac:spMkLst>
        </pc:spChg>
        <pc:spChg chg="mod">
          <ac:chgData name="Joey Z" userId="a91907b6daa823cf" providerId="LiveId" clId="{4D01D60A-38C3-4251-90F7-A259D3119CBB}" dt="2025-08-19T09:16:48.494" v="3046" actId="207"/>
          <ac:spMkLst>
            <pc:docMk/>
            <pc:sldMk cId="592944653" sldId="379"/>
            <ac:spMk id="3" creationId="{8C4D317A-8667-90A3-9FB5-A1D992C0F041}"/>
          </ac:spMkLst>
        </pc:spChg>
        <pc:picChg chg="mod">
          <ac:chgData name="Joey Z" userId="a91907b6daa823cf" providerId="LiveId" clId="{4D01D60A-38C3-4251-90F7-A259D3119CBB}" dt="2025-08-19T09:38:40.903" v="4212" actId="1036"/>
          <ac:picMkLst>
            <pc:docMk/>
            <pc:sldMk cId="592944653" sldId="379"/>
            <ac:picMk id="9" creationId="{73A3CFE3-EDA1-4181-0AAA-12747AE0F940}"/>
          </ac:picMkLst>
        </pc:picChg>
      </pc:sldChg>
      <pc:sldChg chg="del">
        <pc:chgData name="Joey Z" userId="a91907b6daa823cf" providerId="LiveId" clId="{4D01D60A-38C3-4251-90F7-A259D3119CBB}" dt="2025-08-19T09:30:10.104" v="3774" actId="47"/>
        <pc:sldMkLst>
          <pc:docMk/>
          <pc:sldMk cId="2412545816" sldId="385"/>
        </pc:sldMkLst>
      </pc:sldChg>
      <pc:sldChg chg="addSp delSp modSp mod">
        <pc:chgData name="Joey Z" userId="a91907b6daa823cf" providerId="LiveId" clId="{4D01D60A-38C3-4251-90F7-A259D3119CBB}" dt="2025-08-19T09:30:31.729" v="3813" actId="14861"/>
        <pc:sldMkLst>
          <pc:docMk/>
          <pc:sldMk cId="1009487028" sldId="386"/>
        </pc:sldMkLst>
        <pc:spChg chg="mod">
          <ac:chgData name="Joey Z" userId="a91907b6daa823cf" providerId="LiveId" clId="{4D01D60A-38C3-4251-90F7-A259D3119CBB}" dt="2025-08-19T09:30:25.802" v="3812" actId="20577"/>
          <ac:spMkLst>
            <pc:docMk/>
            <pc:sldMk cId="1009487028" sldId="386"/>
            <ac:spMk id="2" creationId="{089DF671-E303-058D-D688-C61B176633B7}"/>
          </ac:spMkLst>
        </pc:spChg>
        <pc:picChg chg="add mod">
          <ac:chgData name="Joey Z" userId="a91907b6daa823cf" providerId="LiveId" clId="{4D01D60A-38C3-4251-90F7-A259D3119CBB}" dt="2025-08-19T09:30:31.729" v="3813" actId="14861"/>
          <ac:picMkLst>
            <pc:docMk/>
            <pc:sldMk cId="1009487028" sldId="386"/>
            <ac:picMk id="4" creationId="{814F13D9-80F6-5FE7-7A79-210B33780275}"/>
          </ac:picMkLst>
        </pc:picChg>
        <pc:picChg chg="del">
          <ac:chgData name="Joey Z" userId="a91907b6daa823cf" providerId="LiveId" clId="{4D01D60A-38C3-4251-90F7-A259D3119CBB}" dt="2025-08-19T09:07:16.492" v="2827" actId="478"/>
          <ac:picMkLst>
            <pc:docMk/>
            <pc:sldMk cId="1009487028" sldId="386"/>
            <ac:picMk id="4098" creationId="{C5845273-B421-F23E-C2CE-D78B6A567FFB}"/>
          </ac:picMkLst>
        </pc:picChg>
      </pc:sldChg>
      <pc:sldChg chg="addSp modSp mod ord">
        <pc:chgData name="Joey Z" userId="a91907b6daa823cf" providerId="LiveId" clId="{4D01D60A-38C3-4251-90F7-A259D3119CBB}" dt="2025-08-19T10:03:44.658" v="4679" actId="14861"/>
        <pc:sldMkLst>
          <pc:docMk/>
          <pc:sldMk cId="3734518287" sldId="390"/>
        </pc:sldMkLst>
        <pc:spChg chg="mod">
          <ac:chgData name="Joey Z" userId="a91907b6daa823cf" providerId="LiveId" clId="{4D01D60A-38C3-4251-90F7-A259D3119CBB}" dt="2025-08-19T09:43:43.589" v="4310" actId="20577"/>
          <ac:spMkLst>
            <pc:docMk/>
            <pc:sldMk cId="3734518287" sldId="390"/>
            <ac:spMk id="4" creationId="{5FAC66A7-6552-C839-8F4E-676805290F1D}"/>
          </ac:spMkLst>
        </pc:spChg>
        <pc:picChg chg="add mod">
          <ac:chgData name="Joey Z" userId="a91907b6daa823cf" providerId="LiveId" clId="{4D01D60A-38C3-4251-90F7-A259D3119CBB}" dt="2025-08-19T10:03:44.658" v="4679" actId="14861"/>
          <ac:picMkLst>
            <pc:docMk/>
            <pc:sldMk cId="3734518287" sldId="390"/>
            <ac:picMk id="5" creationId="{611083D2-CDC7-2A1E-1D24-2CA8DE61D30E}"/>
          </ac:picMkLst>
        </pc:picChg>
      </pc:sldChg>
      <pc:sldChg chg="addSp delSp modSp del mod">
        <pc:chgData name="Joey Z" userId="a91907b6daa823cf" providerId="LiveId" clId="{4D01D60A-38C3-4251-90F7-A259D3119CBB}" dt="2025-08-19T09:30:38.111" v="3814" actId="47"/>
        <pc:sldMkLst>
          <pc:docMk/>
          <pc:sldMk cId="3206263556" sldId="394"/>
        </pc:sldMkLst>
        <pc:picChg chg="add del mod">
          <ac:chgData name="Joey Z" userId="a91907b6daa823cf" providerId="LiveId" clId="{4D01D60A-38C3-4251-90F7-A259D3119CBB}" dt="2025-08-19T07:44:47.853" v="16" actId="21"/>
          <ac:picMkLst>
            <pc:docMk/>
            <pc:sldMk cId="3206263556" sldId="394"/>
            <ac:picMk id="5" creationId="{B5AB3948-B4A6-A185-7D7F-893B43AEDA26}"/>
          </ac:picMkLst>
        </pc:picChg>
      </pc:sldChg>
      <pc:sldChg chg="addSp delSp modSp del mod">
        <pc:chgData name="Joey Z" userId="a91907b6daa823cf" providerId="LiveId" clId="{4D01D60A-38C3-4251-90F7-A259D3119CBB}" dt="2025-08-19T09:30:07.885" v="3773" actId="47"/>
        <pc:sldMkLst>
          <pc:docMk/>
          <pc:sldMk cId="1785013502" sldId="395"/>
        </pc:sldMkLst>
        <pc:picChg chg="add del mod">
          <ac:chgData name="Joey Z" userId="a91907b6daa823cf" providerId="LiveId" clId="{4D01D60A-38C3-4251-90F7-A259D3119CBB}" dt="2025-08-19T07:51:02.343" v="74" actId="21"/>
          <ac:picMkLst>
            <pc:docMk/>
            <pc:sldMk cId="1785013502" sldId="395"/>
            <ac:picMk id="5" creationId="{BF16EEA2-D9DF-B264-DCED-A5E5F6506F32}"/>
          </ac:picMkLst>
        </pc:picChg>
        <pc:picChg chg="del">
          <ac:chgData name="Joey Z" userId="a91907b6daa823cf" providerId="LiveId" clId="{4D01D60A-38C3-4251-90F7-A259D3119CBB}" dt="2025-08-19T07:50:50.399" v="69" actId="478"/>
          <ac:picMkLst>
            <pc:docMk/>
            <pc:sldMk cId="1785013502" sldId="395"/>
            <ac:picMk id="5122" creationId="{9691A0B6-FFB8-8D16-B4FE-654E4A1F5B6D}"/>
          </ac:picMkLst>
        </pc:picChg>
      </pc:sldChg>
      <pc:sldChg chg="addSp delSp modSp new mod ord">
        <pc:chgData name="Joey Z" userId="a91907b6daa823cf" providerId="LiveId" clId="{4D01D60A-38C3-4251-90F7-A259D3119CBB}" dt="2025-08-19T09:42:50.130" v="4222" actId="20577"/>
        <pc:sldMkLst>
          <pc:docMk/>
          <pc:sldMk cId="2744557538" sldId="396"/>
        </pc:sldMkLst>
        <pc:spChg chg="add mod">
          <ac:chgData name="Joey Z" userId="a91907b6daa823cf" providerId="LiveId" clId="{4D01D60A-38C3-4251-90F7-A259D3119CBB}" dt="2025-08-19T09:42:50.130" v="4222" actId="20577"/>
          <ac:spMkLst>
            <pc:docMk/>
            <pc:sldMk cId="2744557538" sldId="396"/>
            <ac:spMk id="2" creationId="{24FC998F-AA44-D2D0-A22E-988D2DE88EB3}"/>
          </ac:spMkLst>
        </pc:spChg>
        <pc:spChg chg="add mod">
          <ac:chgData name="Joey Z" userId="a91907b6daa823cf" providerId="LiveId" clId="{4D01D60A-38C3-4251-90F7-A259D3119CBB}" dt="2025-08-19T09:28:00.844" v="3763" actId="164"/>
          <ac:spMkLst>
            <pc:docMk/>
            <pc:sldMk cId="2744557538" sldId="396"/>
            <ac:spMk id="4" creationId="{43C7C96F-8202-6DDD-AEC7-CAE1B40BED4C}"/>
          </ac:spMkLst>
        </pc:spChg>
        <pc:spChg chg="add mod">
          <ac:chgData name="Joey Z" userId="a91907b6daa823cf" providerId="LiveId" clId="{4D01D60A-38C3-4251-90F7-A259D3119CBB}" dt="2025-08-19T09:14:28.916" v="3032" actId="1076"/>
          <ac:spMkLst>
            <pc:docMk/>
            <pc:sldMk cId="2744557538" sldId="396"/>
            <ac:spMk id="6" creationId="{79001FFA-CFC9-20DB-FB8D-4DA58239D672}"/>
          </ac:spMkLst>
        </pc:spChg>
        <pc:spChg chg="add mod">
          <ac:chgData name="Joey Z" userId="a91907b6daa823cf" providerId="LiveId" clId="{4D01D60A-38C3-4251-90F7-A259D3119CBB}" dt="2025-08-19T09:27:40.849" v="3753" actId="14100"/>
          <ac:spMkLst>
            <pc:docMk/>
            <pc:sldMk cId="2744557538" sldId="396"/>
            <ac:spMk id="8" creationId="{A86CDDCB-D824-7F33-4325-D4615A2E07B8}"/>
          </ac:spMkLst>
        </pc:spChg>
        <pc:grpChg chg="add mod">
          <ac:chgData name="Joey Z" userId="a91907b6daa823cf" providerId="LiveId" clId="{4D01D60A-38C3-4251-90F7-A259D3119CBB}" dt="2025-08-19T09:28:04.755" v="3765" actId="14861"/>
          <ac:grpSpMkLst>
            <pc:docMk/>
            <pc:sldMk cId="2744557538" sldId="396"/>
            <ac:grpSpMk id="9" creationId="{741F2F09-D8EA-9E9C-626B-87DD315052F1}"/>
          </ac:grpSpMkLst>
        </pc:grpChg>
        <pc:picChg chg="add del mod">
          <ac:chgData name="Joey Z" userId="a91907b6daa823cf" providerId="LiveId" clId="{4D01D60A-38C3-4251-90F7-A259D3119CBB}" dt="2025-08-19T08:54:38.248" v="2456" actId="21"/>
          <ac:picMkLst>
            <pc:docMk/>
            <pc:sldMk cId="2744557538" sldId="396"/>
            <ac:picMk id="3" creationId="{CFB2711E-2DE1-0F3F-CE8D-C044E7CAAE75}"/>
          </ac:picMkLst>
        </pc:picChg>
        <pc:picChg chg="add mod">
          <ac:chgData name="Joey Z" userId="a91907b6daa823cf" providerId="LiveId" clId="{4D01D60A-38C3-4251-90F7-A259D3119CBB}" dt="2025-08-19T09:28:00.844" v="3763" actId="164"/>
          <ac:picMkLst>
            <pc:docMk/>
            <pc:sldMk cId="2744557538" sldId="396"/>
            <ac:picMk id="5" creationId="{CFB2711E-2DE1-0F3F-CE8D-C044E7CAAE75}"/>
          </ac:picMkLst>
        </pc:picChg>
        <pc:picChg chg="add del mod">
          <ac:chgData name="Joey Z" userId="a91907b6daa823cf" providerId="LiveId" clId="{4D01D60A-38C3-4251-90F7-A259D3119CBB}" dt="2025-08-19T09:27:52.086" v="3760" actId="478"/>
          <ac:picMkLst>
            <pc:docMk/>
            <pc:sldMk cId="2744557538" sldId="396"/>
            <ac:picMk id="7" creationId="{B7DCFE8A-3BCD-8673-BDB6-9BC31548F8D1}"/>
          </ac:picMkLst>
        </pc:picChg>
      </pc:sldChg>
      <pc:sldChg chg="addSp modSp new del mod ord">
        <pc:chgData name="Joey Z" userId="a91907b6daa823cf" providerId="LiveId" clId="{4D01D60A-38C3-4251-90F7-A259D3119CBB}" dt="2025-08-19T09:28:50.185" v="3766" actId="47"/>
        <pc:sldMkLst>
          <pc:docMk/>
          <pc:sldMk cId="402305695" sldId="397"/>
        </pc:sldMkLst>
        <pc:picChg chg="add mod">
          <ac:chgData name="Joey Z" userId="a91907b6daa823cf" providerId="LiveId" clId="{4D01D60A-38C3-4251-90F7-A259D3119CBB}" dt="2025-08-19T07:21:11.435" v="14" actId="1076"/>
          <ac:picMkLst>
            <pc:docMk/>
            <pc:sldMk cId="402305695" sldId="397"/>
            <ac:picMk id="3" creationId="{8D969593-92EB-2CAB-D54C-DB6F95EFA4E0}"/>
          </ac:picMkLst>
        </pc:picChg>
      </pc:sldChg>
      <pc:sldChg chg="addSp delSp modSp new mod ord">
        <pc:chgData name="Joey Z" userId="a91907b6daa823cf" providerId="LiveId" clId="{4D01D60A-38C3-4251-90F7-A259D3119CBB}" dt="2025-08-19T10:00:48.467" v="4670" actId="1035"/>
        <pc:sldMkLst>
          <pc:docMk/>
          <pc:sldMk cId="4151277525" sldId="398"/>
        </pc:sldMkLst>
        <pc:spChg chg="add mod">
          <ac:chgData name="Joey Z" userId="a91907b6daa823cf" providerId="LiveId" clId="{4D01D60A-38C3-4251-90F7-A259D3119CBB}" dt="2025-08-19T07:52:41.833" v="163" actId="20577"/>
          <ac:spMkLst>
            <pc:docMk/>
            <pc:sldMk cId="4151277525" sldId="398"/>
            <ac:spMk id="3" creationId="{D937A61E-269F-088C-4A59-E17B8C278A0B}"/>
          </ac:spMkLst>
        </pc:spChg>
        <pc:spChg chg="add mod">
          <ac:chgData name="Joey Z" userId="a91907b6daa823cf" providerId="LiveId" clId="{4D01D60A-38C3-4251-90F7-A259D3119CBB}" dt="2025-08-19T10:00:48.467" v="4670" actId="1035"/>
          <ac:spMkLst>
            <pc:docMk/>
            <pc:sldMk cId="4151277525" sldId="398"/>
            <ac:spMk id="6" creationId="{3368438F-7F66-AC3D-618B-8B322F75E944}"/>
          </ac:spMkLst>
        </pc:spChg>
        <pc:spChg chg="add mod">
          <ac:chgData name="Joey Z" userId="a91907b6daa823cf" providerId="LiveId" clId="{4D01D60A-38C3-4251-90F7-A259D3119CBB}" dt="2025-08-19T09:52:06.518" v="4544" actId="113"/>
          <ac:spMkLst>
            <pc:docMk/>
            <pc:sldMk cId="4151277525" sldId="398"/>
            <ac:spMk id="8" creationId="{AB6AC330-9C9C-6293-C3A6-C73550F7E7AC}"/>
          </ac:spMkLst>
        </pc:spChg>
        <pc:spChg chg="add mod">
          <ac:chgData name="Joey Z" userId="a91907b6daa823cf" providerId="LiveId" clId="{4D01D60A-38C3-4251-90F7-A259D3119CBB}" dt="2025-08-19T10:00:10.861" v="4628" actId="1035"/>
          <ac:spMkLst>
            <pc:docMk/>
            <pc:sldMk cId="4151277525" sldId="398"/>
            <ac:spMk id="10" creationId="{3E5BDEF1-93B1-2889-7288-6BDC65AB8B36}"/>
          </ac:spMkLst>
        </pc:spChg>
        <pc:spChg chg="add mod">
          <ac:chgData name="Joey Z" userId="a91907b6daa823cf" providerId="LiveId" clId="{4D01D60A-38C3-4251-90F7-A259D3119CBB}" dt="2025-08-19T10:00:18.899" v="4636" actId="20577"/>
          <ac:spMkLst>
            <pc:docMk/>
            <pc:sldMk cId="4151277525" sldId="398"/>
            <ac:spMk id="11" creationId="{FBC0AC49-4E43-7A08-B218-66DA0141944A}"/>
          </ac:spMkLst>
        </pc:spChg>
        <pc:spChg chg="add mod">
          <ac:chgData name="Joey Z" userId="a91907b6daa823cf" providerId="LiveId" clId="{4D01D60A-38C3-4251-90F7-A259D3119CBB}" dt="2025-08-19T10:00:44.024" v="4661" actId="1076"/>
          <ac:spMkLst>
            <pc:docMk/>
            <pc:sldMk cId="4151277525" sldId="398"/>
            <ac:spMk id="12" creationId="{FA6BBA04-73C3-122D-F80E-A1C84B658E44}"/>
          </ac:spMkLst>
        </pc:spChg>
        <pc:picChg chg="add mod">
          <ac:chgData name="Joey Z" userId="a91907b6daa823cf" providerId="LiveId" clId="{4D01D60A-38C3-4251-90F7-A259D3119CBB}" dt="2025-08-19T09:53:22.714" v="4590" actId="1036"/>
          <ac:picMkLst>
            <pc:docMk/>
            <pc:sldMk cId="4151277525" sldId="398"/>
            <ac:picMk id="2" creationId="{C1C5A339-9AF3-A126-8091-2D99CA747105}"/>
          </ac:picMkLst>
        </pc:picChg>
        <pc:picChg chg="add del mod">
          <ac:chgData name="Joey Z" userId="a91907b6daa823cf" providerId="LiveId" clId="{4D01D60A-38C3-4251-90F7-A259D3119CBB}" dt="2025-08-19T09:53:22.714" v="4590" actId="1036"/>
          <ac:picMkLst>
            <pc:docMk/>
            <pc:sldMk cId="4151277525" sldId="398"/>
            <ac:picMk id="5" creationId="{BF16EEA2-D9DF-B264-DCED-A5E5F6506F32}"/>
          </ac:picMkLst>
        </pc:picChg>
      </pc:sldChg>
      <pc:sldChg chg="addSp delSp modSp new mod delAnim modAnim">
        <pc:chgData name="Joey Z" userId="a91907b6daa823cf" providerId="LiveId" clId="{4D01D60A-38C3-4251-90F7-A259D3119CBB}" dt="2025-08-19T10:01:58.080" v="4673"/>
        <pc:sldMkLst>
          <pc:docMk/>
          <pc:sldMk cId="1446185263" sldId="399"/>
        </pc:sldMkLst>
        <pc:spChg chg="add del mod">
          <ac:chgData name="Joey Z" userId="a91907b6daa823cf" providerId="LiveId" clId="{4D01D60A-38C3-4251-90F7-A259D3119CBB}" dt="2025-08-19T08:06:11.176" v="412" actId="478"/>
          <ac:spMkLst>
            <pc:docMk/>
            <pc:sldMk cId="1446185263" sldId="399"/>
            <ac:spMk id="4" creationId="{99BFD84A-CC84-ABE6-2653-2C3880DD74CD}"/>
          </ac:spMkLst>
        </pc:spChg>
        <pc:spChg chg="add mod">
          <ac:chgData name="Joey Z" userId="a91907b6daa823cf" providerId="LiveId" clId="{4D01D60A-38C3-4251-90F7-A259D3119CBB}" dt="2025-08-19T09:19:19.012" v="3094" actId="20577"/>
          <ac:spMkLst>
            <pc:docMk/>
            <pc:sldMk cId="1446185263" sldId="399"/>
            <ac:spMk id="5" creationId="{A5787FFE-4BAA-F16C-C0C6-0AB4D41DE7CC}"/>
          </ac:spMkLst>
        </pc:spChg>
        <pc:spChg chg="add mod">
          <ac:chgData name="Joey Z" userId="a91907b6daa823cf" providerId="LiveId" clId="{4D01D60A-38C3-4251-90F7-A259D3119CBB}" dt="2025-08-19T08:10:47.422" v="631"/>
          <ac:spMkLst>
            <pc:docMk/>
            <pc:sldMk cId="1446185263" sldId="399"/>
            <ac:spMk id="6" creationId="{72A11B1B-D1AE-9E3F-632B-4A51EDABCB65}"/>
          </ac:spMkLst>
        </pc:spChg>
        <pc:spChg chg="add mod">
          <ac:chgData name="Joey Z" userId="a91907b6daa823cf" providerId="LiveId" clId="{4D01D60A-38C3-4251-90F7-A259D3119CBB}" dt="2025-08-19T08:43:16.616" v="1683" actId="14100"/>
          <ac:spMkLst>
            <pc:docMk/>
            <pc:sldMk cId="1446185263" sldId="399"/>
            <ac:spMk id="8" creationId="{E85B5DE2-42C6-5C55-9D9E-85122B8A0EA2}"/>
          </ac:spMkLst>
        </pc:spChg>
        <pc:spChg chg="add mod">
          <ac:chgData name="Joey Z" userId="a91907b6daa823cf" providerId="LiveId" clId="{4D01D60A-38C3-4251-90F7-A259D3119CBB}" dt="2025-08-19T08:49:06.870" v="2055" actId="1035"/>
          <ac:spMkLst>
            <pc:docMk/>
            <pc:sldMk cId="1446185263" sldId="399"/>
            <ac:spMk id="9" creationId="{BC653FC4-973B-302E-82B8-85558D4AC229}"/>
          </ac:spMkLst>
        </pc:spChg>
        <pc:spChg chg="add mod">
          <ac:chgData name="Joey Z" userId="a91907b6daa823cf" providerId="LiveId" clId="{4D01D60A-38C3-4251-90F7-A259D3119CBB}" dt="2025-08-19T08:49:12.844" v="2081" actId="1035"/>
          <ac:spMkLst>
            <pc:docMk/>
            <pc:sldMk cId="1446185263" sldId="399"/>
            <ac:spMk id="10" creationId="{B3AD18D9-E39D-077C-0262-4CF700993B21}"/>
          </ac:spMkLst>
        </pc:spChg>
        <pc:spChg chg="add mod">
          <ac:chgData name="Joey Z" userId="a91907b6daa823cf" providerId="LiveId" clId="{4D01D60A-38C3-4251-90F7-A259D3119CBB}" dt="2025-08-19T08:48:09.949" v="1965" actId="1036"/>
          <ac:spMkLst>
            <pc:docMk/>
            <pc:sldMk cId="1446185263" sldId="399"/>
            <ac:spMk id="12" creationId="{9E8D72C4-C8B7-4B6C-B75D-C3BE389921B5}"/>
          </ac:spMkLst>
        </pc:spChg>
        <pc:spChg chg="add mod ord">
          <ac:chgData name="Joey Z" userId="a91907b6daa823cf" providerId="LiveId" clId="{4D01D60A-38C3-4251-90F7-A259D3119CBB}" dt="2025-08-19T08:49:00.546" v="2033" actId="1036"/>
          <ac:spMkLst>
            <pc:docMk/>
            <pc:sldMk cId="1446185263" sldId="399"/>
            <ac:spMk id="13" creationId="{93B1436F-A70E-9C80-352A-C820C3C0E40D}"/>
          </ac:spMkLst>
        </pc:spChg>
        <pc:spChg chg="add mod">
          <ac:chgData name="Joey Z" userId="a91907b6daa823cf" providerId="LiveId" clId="{4D01D60A-38C3-4251-90F7-A259D3119CBB}" dt="2025-08-19T08:49:00.546" v="2033" actId="1036"/>
          <ac:spMkLst>
            <pc:docMk/>
            <pc:sldMk cId="1446185263" sldId="399"/>
            <ac:spMk id="15" creationId="{35796F54-A5FF-C38E-5385-67E8D81F30A0}"/>
          </ac:spMkLst>
        </pc:spChg>
        <pc:spChg chg="add mod">
          <ac:chgData name="Joey Z" userId="a91907b6daa823cf" providerId="LiveId" clId="{4D01D60A-38C3-4251-90F7-A259D3119CBB}" dt="2025-08-19T08:51:45.437" v="2373" actId="20577"/>
          <ac:spMkLst>
            <pc:docMk/>
            <pc:sldMk cId="1446185263" sldId="399"/>
            <ac:spMk id="16" creationId="{B925B277-590F-BAA3-5DF7-6E92846788C4}"/>
          </ac:spMkLst>
        </pc:spChg>
        <pc:spChg chg="add mod">
          <ac:chgData name="Joey Z" userId="a91907b6daa823cf" providerId="LiveId" clId="{4D01D60A-38C3-4251-90F7-A259D3119CBB}" dt="2025-08-19T08:52:02.113" v="2443" actId="20577"/>
          <ac:spMkLst>
            <pc:docMk/>
            <pc:sldMk cId="1446185263" sldId="399"/>
            <ac:spMk id="18" creationId="{98EC04E0-C09F-3093-7676-9265AC7F7AD6}"/>
          </ac:spMkLst>
        </pc:spChg>
        <pc:grpChg chg="add mod">
          <ac:chgData name="Joey Z" userId="a91907b6daa823cf" providerId="LiveId" clId="{4D01D60A-38C3-4251-90F7-A259D3119CBB}" dt="2025-08-19T08:49:00.546" v="2033" actId="1036"/>
          <ac:grpSpMkLst>
            <pc:docMk/>
            <pc:sldMk cId="1446185263" sldId="399"/>
            <ac:grpSpMk id="17" creationId="{99F6EDF2-B34B-834B-086E-20A8352B7199}"/>
          </ac:grpSpMkLst>
        </pc:grpChg>
        <pc:picChg chg="add mod">
          <ac:chgData name="Joey Z" userId="a91907b6daa823cf" providerId="LiveId" clId="{4D01D60A-38C3-4251-90F7-A259D3119CBB}" dt="2025-08-19T08:49:00.546" v="2033" actId="1036"/>
          <ac:picMkLst>
            <pc:docMk/>
            <pc:sldMk cId="1446185263" sldId="399"/>
            <ac:picMk id="2" creationId="{245041E9-0035-0068-5861-4FD8F5F55FF3}"/>
          </ac:picMkLst>
        </pc:picChg>
        <pc:picChg chg="add mod">
          <ac:chgData name="Joey Z" userId="a91907b6daa823cf" providerId="LiveId" clId="{4D01D60A-38C3-4251-90F7-A259D3119CBB}" dt="2025-08-19T08:48:13.374" v="1980" actId="1035"/>
          <ac:picMkLst>
            <pc:docMk/>
            <pc:sldMk cId="1446185263" sldId="399"/>
            <ac:picMk id="3" creationId="{E26C5082-C9BD-6C0F-02B2-3F41C9E7ECA8}"/>
          </ac:picMkLst>
        </pc:picChg>
        <pc:picChg chg="add del mod">
          <ac:chgData name="Joey Z" userId="a91907b6daa823cf" providerId="LiveId" clId="{4D01D60A-38C3-4251-90F7-A259D3119CBB}" dt="2025-08-19T08:15:40.075" v="936" actId="478"/>
          <ac:picMkLst>
            <pc:docMk/>
            <pc:sldMk cId="1446185263" sldId="399"/>
            <ac:picMk id="7" creationId="{4EA0A12A-58C5-435E-C00E-AA7C8B1F6872}"/>
          </ac:picMkLst>
        </pc:picChg>
        <pc:picChg chg="add del mod">
          <ac:chgData name="Joey Z" userId="a91907b6daa823cf" providerId="LiveId" clId="{4D01D60A-38C3-4251-90F7-A259D3119CBB}" dt="2025-08-19T08:53:51.785" v="2451" actId="21"/>
          <ac:picMkLst>
            <pc:docMk/>
            <pc:sldMk cId="1446185263" sldId="399"/>
            <ac:picMk id="20" creationId="{AC7D481F-A025-A8D9-2AB5-0879CC84F763}"/>
          </ac:picMkLst>
        </pc:picChg>
        <pc:picChg chg="add mod">
          <ac:chgData name="Joey Z" userId="a91907b6daa823cf" providerId="LiveId" clId="{4D01D60A-38C3-4251-90F7-A259D3119CBB}" dt="2025-08-19T08:53:52.945" v="2452"/>
          <ac:picMkLst>
            <pc:docMk/>
            <pc:sldMk cId="1446185263" sldId="399"/>
            <ac:picMk id="21" creationId="{AC7D481F-A025-A8D9-2AB5-0879CC84F763}"/>
          </ac:picMkLst>
        </pc:picChg>
      </pc:sldChg>
      <pc:sldChg chg="addSp delSp modSp new mod">
        <pc:chgData name="Joey Z" userId="a91907b6daa823cf" providerId="LiveId" clId="{4D01D60A-38C3-4251-90F7-A259D3119CBB}" dt="2025-08-19T09:37:14.145" v="4202" actId="14100"/>
        <pc:sldMkLst>
          <pc:docMk/>
          <pc:sldMk cId="3653619903" sldId="400"/>
        </pc:sldMkLst>
        <pc:spChg chg="add del mod">
          <ac:chgData name="Joey Z" userId="a91907b6daa823cf" providerId="LiveId" clId="{4D01D60A-38C3-4251-90F7-A259D3119CBB}" dt="2025-08-19T09:36:58.948" v="4173" actId="20577"/>
          <ac:spMkLst>
            <pc:docMk/>
            <pc:sldMk cId="3653619903" sldId="400"/>
            <ac:spMk id="2" creationId="{549ECCF4-6CA8-208D-D34D-2B037CA52069}"/>
          </ac:spMkLst>
        </pc:spChg>
        <pc:spChg chg="add del mod">
          <ac:chgData name="Joey Z" userId="a91907b6daa823cf" providerId="LiveId" clId="{4D01D60A-38C3-4251-90F7-A259D3119CBB}" dt="2025-08-19T09:37:00.948" v="4176" actId="20577"/>
          <ac:spMkLst>
            <pc:docMk/>
            <pc:sldMk cId="3653619903" sldId="400"/>
            <ac:spMk id="3" creationId="{22629CF6-20C5-57F0-3CAE-9CAB87A292A5}"/>
          </ac:spMkLst>
        </pc:spChg>
        <pc:spChg chg="mod">
          <ac:chgData name="Joey Z" userId="a91907b6daa823cf" providerId="LiveId" clId="{4D01D60A-38C3-4251-90F7-A259D3119CBB}" dt="2025-08-19T07:59:05.338" v="203"/>
          <ac:spMkLst>
            <pc:docMk/>
            <pc:sldMk cId="3653619903" sldId="400"/>
            <ac:spMk id="5" creationId="{8525B922-8021-B3A1-3D80-4390F34B36A6}"/>
          </ac:spMkLst>
        </pc:spChg>
        <pc:spChg chg="mod">
          <ac:chgData name="Joey Z" userId="a91907b6daa823cf" providerId="LiveId" clId="{4D01D60A-38C3-4251-90F7-A259D3119CBB}" dt="2025-08-19T07:59:05.338" v="203"/>
          <ac:spMkLst>
            <pc:docMk/>
            <pc:sldMk cId="3653619903" sldId="400"/>
            <ac:spMk id="6" creationId="{EFD568AE-994C-A897-A752-EFC54BF1CA68}"/>
          </ac:spMkLst>
        </pc:spChg>
        <pc:spChg chg="mod">
          <ac:chgData name="Joey Z" userId="a91907b6daa823cf" providerId="LiveId" clId="{4D01D60A-38C3-4251-90F7-A259D3119CBB}" dt="2025-08-19T07:59:05.338" v="203"/>
          <ac:spMkLst>
            <pc:docMk/>
            <pc:sldMk cId="3653619903" sldId="400"/>
            <ac:spMk id="11" creationId="{88F6FB7D-0574-2DD9-3C93-01F5E6D4A015}"/>
          </ac:spMkLst>
        </pc:spChg>
        <pc:spChg chg="mod">
          <ac:chgData name="Joey Z" userId="a91907b6daa823cf" providerId="LiveId" clId="{4D01D60A-38C3-4251-90F7-A259D3119CBB}" dt="2025-08-19T07:59:05.338" v="203"/>
          <ac:spMkLst>
            <pc:docMk/>
            <pc:sldMk cId="3653619903" sldId="400"/>
            <ac:spMk id="14" creationId="{DD130173-3B1B-3C42-A83B-2E6E78ACFFB6}"/>
          </ac:spMkLst>
        </pc:spChg>
        <pc:spChg chg="mod">
          <ac:chgData name="Joey Z" userId="a91907b6daa823cf" providerId="LiveId" clId="{4D01D60A-38C3-4251-90F7-A259D3119CBB}" dt="2025-08-19T07:59:05.338" v="203"/>
          <ac:spMkLst>
            <pc:docMk/>
            <pc:sldMk cId="3653619903" sldId="400"/>
            <ac:spMk id="15" creationId="{D6CF04F5-1AA4-C2F5-9319-4BA59C8706B4}"/>
          </ac:spMkLst>
        </pc:spChg>
        <pc:spChg chg="mod">
          <ac:chgData name="Joey Z" userId="a91907b6daa823cf" providerId="LiveId" clId="{4D01D60A-38C3-4251-90F7-A259D3119CBB}" dt="2025-08-19T07:59:05.338" v="203"/>
          <ac:spMkLst>
            <pc:docMk/>
            <pc:sldMk cId="3653619903" sldId="400"/>
            <ac:spMk id="17" creationId="{6F88C224-5079-8B62-FD88-2D6F54D65EA4}"/>
          </ac:spMkLst>
        </pc:spChg>
        <pc:spChg chg="add mod">
          <ac:chgData name="Joey Z" userId="a91907b6daa823cf" providerId="LiveId" clId="{4D01D60A-38C3-4251-90F7-A259D3119CBB}" dt="2025-08-19T08:00:29.455" v="272" actId="1076"/>
          <ac:spMkLst>
            <pc:docMk/>
            <pc:sldMk cId="3653619903" sldId="400"/>
            <ac:spMk id="19" creationId="{5206829E-1DDF-EB63-8565-54ABD47BB5B4}"/>
          </ac:spMkLst>
        </pc:spChg>
        <pc:spChg chg="mod">
          <ac:chgData name="Joey Z" userId="a91907b6daa823cf" providerId="LiveId" clId="{4D01D60A-38C3-4251-90F7-A259D3119CBB}" dt="2025-08-19T08:00:29.455" v="272" actId="1076"/>
          <ac:spMkLst>
            <pc:docMk/>
            <pc:sldMk cId="3653619903" sldId="400"/>
            <ac:spMk id="20" creationId="{0234A758-322A-EBCF-7572-E664368C4F88}"/>
          </ac:spMkLst>
        </pc:spChg>
        <pc:spChg chg="add mod">
          <ac:chgData name="Joey Z" userId="a91907b6daa823cf" providerId="LiveId" clId="{4D01D60A-38C3-4251-90F7-A259D3119CBB}" dt="2025-08-19T08:00:29.455" v="272" actId="1076"/>
          <ac:spMkLst>
            <pc:docMk/>
            <pc:sldMk cId="3653619903" sldId="400"/>
            <ac:spMk id="21" creationId="{B33F13BB-B83C-4157-4CEE-D3757916E8B6}"/>
          </ac:spMkLst>
        </pc:spChg>
        <pc:spChg chg="del mod">
          <ac:chgData name="Joey Z" userId="a91907b6daa823cf" providerId="LiveId" clId="{4D01D60A-38C3-4251-90F7-A259D3119CBB}" dt="2025-08-19T08:00:15.167" v="264" actId="478"/>
          <ac:spMkLst>
            <pc:docMk/>
            <pc:sldMk cId="3653619903" sldId="400"/>
            <ac:spMk id="22" creationId="{E898EA1E-92C5-681D-7FF0-5D645F4DB039}"/>
          </ac:spMkLst>
        </pc:spChg>
        <pc:spChg chg="del mod">
          <ac:chgData name="Joey Z" userId="a91907b6daa823cf" providerId="LiveId" clId="{4D01D60A-38C3-4251-90F7-A259D3119CBB}" dt="2025-08-19T08:00:19.862" v="268" actId="478"/>
          <ac:spMkLst>
            <pc:docMk/>
            <pc:sldMk cId="3653619903" sldId="400"/>
            <ac:spMk id="23" creationId="{09A6572D-F5C8-10B2-3EDC-21D497B7489D}"/>
          </ac:spMkLst>
        </pc:spChg>
        <pc:spChg chg="del mod">
          <ac:chgData name="Joey Z" userId="a91907b6daa823cf" providerId="LiveId" clId="{4D01D60A-38C3-4251-90F7-A259D3119CBB}" dt="2025-08-19T08:00:20.686" v="269" actId="478"/>
          <ac:spMkLst>
            <pc:docMk/>
            <pc:sldMk cId="3653619903" sldId="400"/>
            <ac:spMk id="24" creationId="{946C8E80-D8C4-BF0D-5CDE-CF92000689A7}"/>
          </ac:spMkLst>
        </pc:spChg>
        <pc:spChg chg="add del mod">
          <ac:chgData name="Joey Z" userId="a91907b6daa823cf" providerId="LiveId" clId="{4D01D60A-38C3-4251-90F7-A259D3119CBB}" dt="2025-08-19T09:37:14.145" v="4202" actId="14100"/>
          <ac:spMkLst>
            <pc:docMk/>
            <pc:sldMk cId="3653619903" sldId="400"/>
            <ac:spMk id="25" creationId="{ECE1B92A-F299-4CE8-32D1-8C7B7D383F62}"/>
          </ac:spMkLst>
        </pc:spChg>
        <pc:spChg chg="del mod">
          <ac:chgData name="Joey Z" userId="a91907b6daa823cf" providerId="LiveId" clId="{4D01D60A-38C3-4251-90F7-A259D3119CBB}" dt="2025-08-19T08:00:16.555" v="265" actId="478"/>
          <ac:spMkLst>
            <pc:docMk/>
            <pc:sldMk cId="3653619903" sldId="400"/>
            <ac:spMk id="26" creationId="{76630428-994E-826E-438F-8CF08D493AE3}"/>
          </ac:spMkLst>
        </pc:spChg>
        <pc:spChg chg="add del">
          <ac:chgData name="Joey Z" userId="a91907b6daa823cf" providerId="LiveId" clId="{4D01D60A-38C3-4251-90F7-A259D3119CBB}" dt="2025-08-19T08:01:24.790" v="274" actId="22"/>
          <ac:spMkLst>
            <pc:docMk/>
            <pc:sldMk cId="3653619903" sldId="400"/>
            <ac:spMk id="28" creationId="{67612FB8-102B-EFDC-BF3D-DAE40AA1C627}"/>
          </ac:spMkLst>
        </pc:spChg>
        <pc:spChg chg="add mod">
          <ac:chgData name="Joey Z" userId="a91907b6daa823cf" providerId="LiveId" clId="{4D01D60A-38C3-4251-90F7-A259D3119CBB}" dt="2025-08-19T08:08:07.224" v="596" actId="20577"/>
          <ac:spMkLst>
            <pc:docMk/>
            <pc:sldMk cId="3653619903" sldId="400"/>
            <ac:spMk id="29" creationId="{8FF3AB33-5032-4962-9203-3F7D3EB98CA1}"/>
          </ac:spMkLst>
        </pc:spChg>
        <pc:grpChg chg="mod">
          <ac:chgData name="Joey Z" userId="a91907b6daa823cf" providerId="LiveId" clId="{4D01D60A-38C3-4251-90F7-A259D3119CBB}" dt="2025-08-19T08:00:29.455" v="272" actId="1076"/>
          <ac:grpSpMkLst>
            <pc:docMk/>
            <pc:sldMk cId="3653619903" sldId="400"/>
            <ac:grpSpMk id="4" creationId="{81BFB99D-AD7F-1716-2BD8-B7DCB9F2FC7E}"/>
          </ac:grpSpMkLst>
        </pc:grpChg>
        <pc:grpChg chg="del">
          <ac:chgData name="Joey Z" userId="a91907b6daa823cf" providerId="LiveId" clId="{4D01D60A-38C3-4251-90F7-A259D3119CBB}" dt="2025-08-19T08:00:18.770" v="267" actId="478"/>
          <ac:grpSpMkLst>
            <pc:docMk/>
            <pc:sldMk cId="3653619903" sldId="400"/>
            <ac:grpSpMk id="7" creationId="{77271350-68E9-FA48-B57C-8EF297C5E2AE}"/>
          </ac:grpSpMkLst>
        </pc:grpChg>
        <pc:grpChg chg="mod">
          <ac:chgData name="Joey Z" userId="a91907b6daa823cf" providerId="LiveId" clId="{4D01D60A-38C3-4251-90F7-A259D3119CBB}" dt="2025-08-19T08:00:29.455" v="272" actId="1076"/>
          <ac:grpSpMkLst>
            <pc:docMk/>
            <pc:sldMk cId="3653619903" sldId="400"/>
            <ac:grpSpMk id="10" creationId="{96A4BCA6-9A6B-ACB5-6CDF-C5ED438CEE32}"/>
          </ac:grpSpMkLst>
        </pc:grpChg>
        <pc:grpChg chg="mod">
          <ac:chgData name="Joey Z" userId="a91907b6daa823cf" providerId="LiveId" clId="{4D01D60A-38C3-4251-90F7-A259D3119CBB}" dt="2025-08-19T08:00:29.455" v="272" actId="1076"/>
          <ac:grpSpMkLst>
            <pc:docMk/>
            <pc:sldMk cId="3653619903" sldId="400"/>
            <ac:grpSpMk id="13" creationId="{60516E6E-2B06-6779-CCE4-586ECF7DBF7D}"/>
          </ac:grpSpMkLst>
        </pc:grpChg>
        <pc:grpChg chg="del">
          <ac:chgData name="Joey Z" userId="a91907b6daa823cf" providerId="LiveId" clId="{4D01D60A-38C3-4251-90F7-A259D3119CBB}" dt="2025-08-19T08:00:17.545" v="266" actId="478"/>
          <ac:grpSpMkLst>
            <pc:docMk/>
            <pc:sldMk cId="3653619903" sldId="400"/>
            <ac:grpSpMk id="16" creationId="{93D0C335-A687-E73A-8EBB-A81FFF3B0076}"/>
          </ac:grpSpMkLst>
        </pc:grpChg>
      </pc:sldChg>
      <pc:sldChg chg="addSp delSp modSp add mod ord">
        <pc:chgData name="Joey Z" userId="a91907b6daa823cf" providerId="LiveId" clId="{4D01D60A-38C3-4251-90F7-A259D3119CBB}" dt="2025-08-19T08:18:01.072" v="1090" actId="1035"/>
        <pc:sldMkLst>
          <pc:docMk/>
          <pc:sldMk cId="4183376273" sldId="401"/>
        </pc:sldMkLst>
        <pc:spChg chg="mod">
          <ac:chgData name="Joey Z" userId="a91907b6daa823cf" providerId="LiveId" clId="{4D01D60A-38C3-4251-90F7-A259D3119CBB}" dt="2025-08-19T08:06:01.418" v="411" actId="20577"/>
          <ac:spMkLst>
            <pc:docMk/>
            <pc:sldMk cId="4183376273" sldId="401"/>
            <ac:spMk id="2" creationId="{08F92B12-7C33-8CC7-8CB6-BA0AF205AD25}"/>
          </ac:spMkLst>
        </pc:spChg>
        <pc:spChg chg="add mod">
          <ac:chgData name="Joey Z" userId="a91907b6daa823cf" providerId="LiveId" clId="{4D01D60A-38C3-4251-90F7-A259D3119CBB}" dt="2025-08-19T08:18:01.072" v="1090" actId="1035"/>
          <ac:spMkLst>
            <pc:docMk/>
            <pc:sldMk cId="4183376273" sldId="401"/>
            <ac:spMk id="3" creationId="{8DB5006A-5ED0-7173-E5C0-65A65E30DFEB}"/>
          </ac:spMkLst>
        </pc:spChg>
        <pc:spChg chg="add del mod">
          <ac:chgData name="Joey Z" userId="a91907b6daa823cf" providerId="LiveId" clId="{4D01D60A-38C3-4251-90F7-A259D3119CBB}" dt="2025-08-19T08:16:36.081" v="950" actId="11529"/>
          <ac:spMkLst>
            <pc:docMk/>
            <pc:sldMk cId="4183376273" sldId="401"/>
            <ac:spMk id="4" creationId="{056AF904-4E7F-504D-7ED6-E6725E16951D}"/>
          </ac:spMkLst>
        </pc:spChg>
        <pc:spChg chg="add mod">
          <ac:chgData name="Joey Z" userId="a91907b6daa823cf" providerId="LiveId" clId="{4D01D60A-38C3-4251-90F7-A259D3119CBB}" dt="2025-08-19T08:17:54.668" v="1070" actId="1035"/>
          <ac:spMkLst>
            <pc:docMk/>
            <pc:sldMk cId="4183376273" sldId="401"/>
            <ac:spMk id="6" creationId="{898B92BC-5AD5-1AEF-BC31-1F8FCDDA3A46}"/>
          </ac:spMkLst>
        </pc:spChg>
        <pc:spChg chg="add mod">
          <ac:chgData name="Joey Z" userId="a91907b6daa823cf" providerId="LiveId" clId="{4D01D60A-38C3-4251-90F7-A259D3119CBB}" dt="2025-08-19T08:17:45.158" v="1049" actId="1036"/>
          <ac:spMkLst>
            <pc:docMk/>
            <pc:sldMk cId="4183376273" sldId="401"/>
            <ac:spMk id="7" creationId="{04A6B010-EA4E-26C1-17A3-7B27C322F7A3}"/>
          </ac:spMkLst>
        </pc:spChg>
        <pc:picChg chg="mod">
          <ac:chgData name="Joey Z" userId="a91907b6daa823cf" providerId="LiveId" clId="{4D01D60A-38C3-4251-90F7-A259D3119CBB}" dt="2025-08-19T08:17:45.158" v="1049" actId="1036"/>
          <ac:picMkLst>
            <pc:docMk/>
            <pc:sldMk cId="4183376273" sldId="401"/>
            <ac:picMk id="4098" creationId="{4CFA3048-6358-708F-A6CF-67608F29BEC4}"/>
          </ac:picMkLst>
        </pc:picChg>
      </pc:sldChg>
    </pc:docChg>
  </pc:docChgLst>
  <pc:docChgLst>
    <pc:chgData name="yiyuxiao" userId="daf2ba26-d08d-4887-b74a-7bc9c33424fe" providerId="ADAL" clId="{552C9188-9A92-497C-8B20-97FD697C43DF}"/>
    <pc:docChg chg="undo custSel addSld delSld modSld sldOrd modSection">
      <pc:chgData name="yiyuxiao" userId="daf2ba26-d08d-4887-b74a-7bc9c33424fe" providerId="ADAL" clId="{552C9188-9A92-497C-8B20-97FD697C43DF}" dt="2024-12-16T10:27:43.147" v="12788" actId="1036"/>
      <pc:docMkLst>
        <pc:docMk/>
      </pc:docMkLst>
      <pc:sldChg chg="addSp delSp modSp mod">
        <pc:chgData name="yiyuxiao" userId="daf2ba26-d08d-4887-b74a-7bc9c33424fe" providerId="ADAL" clId="{552C9188-9A92-497C-8B20-97FD697C43DF}" dt="2024-12-16T07:02:13.197" v="11570" actId="21"/>
        <pc:sldMkLst>
          <pc:docMk/>
          <pc:sldMk cId="3451848383" sldId="256"/>
        </pc:sldMkLst>
      </pc:sldChg>
      <pc:sldChg chg="addSp delSp modSp del mod ord">
        <pc:chgData name="yiyuxiao" userId="daf2ba26-d08d-4887-b74a-7bc9c33424fe" providerId="ADAL" clId="{552C9188-9A92-497C-8B20-97FD697C43DF}" dt="2024-10-31T06:21:11.330" v="1493" actId="47"/>
        <pc:sldMkLst>
          <pc:docMk/>
          <pc:sldMk cId="3406892301" sldId="279"/>
        </pc:sldMkLst>
      </pc:sldChg>
      <pc:sldChg chg="del">
        <pc:chgData name="yiyuxiao" userId="daf2ba26-d08d-4887-b74a-7bc9c33424fe" providerId="ADAL" clId="{552C9188-9A92-497C-8B20-97FD697C43DF}" dt="2024-10-31T07:30:24.229" v="3894" actId="47"/>
        <pc:sldMkLst>
          <pc:docMk/>
          <pc:sldMk cId="2509842291" sldId="280"/>
        </pc:sldMkLst>
      </pc:sldChg>
      <pc:sldChg chg="del">
        <pc:chgData name="yiyuxiao" userId="daf2ba26-d08d-4887-b74a-7bc9c33424fe" providerId="ADAL" clId="{552C9188-9A92-497C-8B20-97FD697C43DF}" dt="2024-10-31T07:30:24.229" v="3894" actId="47"/>
        <pc:sldMkLst>
          <pc:docMk/>
          <pc:sldMk cId="294842476" sldId="281"/>
        </pc:sldMkLst>
      </pc:sldChg>
      <pc:sldChg chg="addSp delSp modSp mod">
        <pc:chgData name="yiyuxiao" userId="daf2ba26-d08d-4887-b74a-7bc9c33424fe" providerId="ADAL" clId="{552C9188-9A92-497C-8B20-97FD697C43DF}" dt="2024-12-03T14:21:49.812" v="11492" actId="113"/>
        <pc:sldMkLst>
          <pc:docMk/>
          <pc:sldMk cId="1523485137" sldId="282"/>
        </pc:sldMkLst>
      </pc:sldChg>
      <pc:sldChg chg="del">
        <pc:chgData name="yiyuxiao" userId="daf2ba26-d08d-4887-b74a-7bc9c33424fe" providerId="ADAL" clId="{552C9188-9A92-497C-8B20-97FD697C43DF}" dt="2024-10-31T07:30:24.229" v="3894" actId="47"/>
        <pc:sldMkLst>
          <pc:docMk/>
          <pc:sldMk cId="3551823967" sldId="284"/>
        </pc:sldMkLst>
      </pc:sldChg>
      <pc:sldChg chg="del">
        <pc:chgData name="yiyuxiao" userId="daf2ba26-d08d-4887-b74a-7bc9c33424fe" providerId="ADAL" clId="{552C9188-9A92-497C-8B20-97FD697C43DF}" dt="2024-10-31T07:30:24.229" v="3894" actId="47"/>
        <pc:sldMkLst>
          <pc:docMk/>
          <pc:sldMk cId="1164877682" sldId="285"/>
        </pc:sldMkLst>
      </pc:sldChg>
      <pc:sldChg chg="add del ord">
        <pc:chgData name="yiyuxiao" userId="daf2ba26-d08d-4887-b74a-7bc9c33424fe" providerId="ADAL" clId="{552C9188-9A92-497C-8B20-97FD697C43DF}" dt="2024-10-31T07:30:24.229" v="3894" actId="47"/>
        <pc:sldMkLst>
          <pc:docMk/>
          <pc:sldMk cId="566706330" sldId="336"/>
        </pc:sldMkLst>
      </pc:sldChg>
      <pc:sldChg chg="del ord">
        <pc:chgData name="yiyuxiao" userId="daf2ba26-d08d-4887-b74a-7bc9c33424fe" providerId="ADAL" clId="{552C9188-9A92-497C-8B20-97FD697C43DF}" dt="2024-10-31T07:30:24.229" v="3894" actId="47"/>
        <pc:sldMkLst>
          <pc:docMk/>
          <pc:sldMk cId="215224467" sldId="338"/>
        </pc:sldMkLst>
      </pc:sldChg>
      <pc:sldChg chg="addSp delSp modSp add mod ord">
        <pc:chgData name="yiyuxiao" userId="daf2ba26-d08d-4887-b74a-7bc9c33424fe" providerId="ADAL" clId="{552C9188-9A92-497C-8B20-97FD697C43DF}" dt="2024-12-16T07:34:16.305" v="12067" actId="1076"/>
        <pc:sldMkLst>
          <pc:docMk/>
          <pc:sldMk cId="1104544087" sldId="339"/>
        </pc:sldMkLst>
      </pc:sldChg>
      <pc:sldChg chg="addSp delSp modSp add del mod ord">
        <pc:chgData name="yiyuxiao" userId="daf2ba26-d08d-4887-b74a-7bc9c33424fe" providerId="ADAL" clId="{552C9188-9A92-497C-8B20-97FD697C43DF}" dt="2024-12-03T13:32:41.029" v="9003" actId="47"/>
        <pc:sldMkLst>
          <pc:docMk/>
          <pc:sldMk cId="2441962342" sldId="340"/>
        </pc:sldMkLst>
      </pc:sldChg>
      <pc:sldChg chg="addSp delSp modSp add del mod ord">
        <pc:chgData name="yiyuxiao" userId="daf2ba26-d08d-4887-b74a-7bc9c33424fe" providerId="ADAL" clId="{552C9188-9A92-497C-8B20-97FD697C43DF}" dt="2024-10-31T07:22:18.298" v="3695" actId="47"/>
        <pc:sldMkLst>
          <pc:docMk/>
          <pc:sldMk cId="2043437406" sldId="341"/>
        </pc:sldMkLst>
      </pc:sldChg>
      <pc:sldChg chg="addSp delSp modSp add del mod ord">
        <pc:chgData name="yiyuxiao" userId="daf2ba26-d08d-4887-b74a-7bc9c33424fe" providerId="ADAL" clId="{552C9188-9A92-497C-8B20-97FD697C43DF}" dt="2024-12-03T13:32:42.811" v="9004" actId="47"/>
        <pc:sldMkLst>
          <pc:docMk/>
          <pc:sldMk cId="21262295" sldId="342"/>
        </pc:sldMkLst>
      </pc:sldChg>
      <pc:sldChg chg="add del">
        <pc:chgData name="yiyuxiao" userId="daf2ba26-d08d-4887-b74a-7bc9c33424fe" providerId="ADAL" clId="{552C9188-9A92-497C-8B20-97FD697C43DF}" dt="2024-10-31T07:22:00.007" v="3671"/>
        <pc:sldMkLst>
          <pc:docMk/>
          <pc:sldMk cId="2388661843" sldId="342"/>
        </pc:sldMkLst>
      </pc:sldChg>
      <pc:sldChg chg="add del">
        <pc:chgData name="yiyuxiao" userId="daf2ba26-d08d-4887-b74a-7bc9c33424fe" providerId="ADAL" clId="{552C9188-9A92-497C-8B20-97FD697C43DF}" dt="2024-10-31T07:21:52.689" v="3668" actId="47"/>
        <pc:sldMkLst>
          <pc:docMk/>
          <pc:sldMk cId="1450873453" sldId="343"/>
        </pc:sldMkLst>
      </pc:sldChg>
      <pc:sldChg chg="addSp delSp modSp add mod">
        <pc:chgData name="yiyuxiao" userId="daf2ba26-d08d-4887-b74a-7bc9c33424fe" providerId="ADAL" clId="{552C9188-9A92-497C-8B20-97FD697C43DF}" dt="2024-12-16T10:16:29.394" v="12418" actId="14100"/>
        <pc:sldMkLst>
          <pc:docMk/>
          <pc:sldMk cId="1914362287" sldId="343"/>
        </pc:sldMkLst>
      </pc:sldChg>
      <pc:sldChg chg="addSp delSp modSp add mod">
        <pc:chgData name="yiyuxiao" userId="daf2ba26-d08d-4887-b74a-7bc9c33424fe" providerId="ADAL" clId="{552C9188-9A92-497C-8B20-97FD697C43DF}" dt="2024-12-16T10:16:20.965" v="12414" actId="20577"/>
        <pc:sldMkLst>
          <pc:docMk/>
          <pc:sldMk cId="195750069" sldId="344"/>
        </pc:sldMkLst>
      </pc:sldChg>
      <pc:sldChg chg="addSp delSp modSp add mod">
        <pc:chgData name="yiyuxiao" userId="daf2ba26-d08d-4887-b74a-7bc9c33424fe" providerId="ADAL" clId="{552C9188-9A92-497C-8B20-97FD697C43DF}" dt="2024-12-16T10:16:39.700" v="12422" actId="20577"/>
        <pc:sldMkLst>
          <pc:docMk/>
          <pc:sldMk cId="171671840" sldId="345"/>
        </pc:sldMkLst>
      </pc:sldChg>
      <pc:sldChg chg="new del">
        <pc:chgData name="yiyuxiao" userId="daf2ba26-d08d-4887-b74a-7bc9c33424fe" providerId="ADAL" clId="{552C9188-9A92-497C-8B20-97FD697C43DF}" dt="2024-10-31T07:26:32.721" v="3780" actId="680"/>
        <pc:sldMkLst>
          <pc:docMk/>
          <pc:sldMk cId="3521302552" sldId="345"/>
        </pc:sldMkLst>
      </pc:sldChg>
      <pc:sldChg chg="addSp delSp modSp add mod ord">
        <pc:chgData name="yiyuxiao" userId="daf2ba26-d08d-4887-b74a-7bc9c33424fe" providerId="ADAL" clId="{552C9188-9A92-497C-8B20-97FD697C43DF}" dt="2024-12-16T10:00:35.793" v="12107" actId="14100"/>
        <pc:sldMkLst>
          <pc:docMk/>
          <pc:sldMk cId="2555106109" sldId="346"/>
        </pc:sldMkLst>
      </pc:sldChg>
      <pc:sldChg chg="addSp delSp modSp add del mod">
        <pc:chgData name="yiyuxiao" userId="daf2ba26-d08d-4887-b74a-7bc9c33424fe" providerId="ADAL" clId="{552C9188-9A92-497C-8B20-97FD697C43DF}" dt="2024-12-03T14:20:38.474" v="11478" actId="47"/>
        <pc:sldMkLst>
          <pc:docMk/>
          <pc:sldMk cId="1398293210" sldId="347"/>
        </pc:sldMkLst>
      </pc:sldChg>
      <pc:sldChg chg="modSp add mod">
        <pc:chgData name="yiyuxiao" userId="daf2ba26-d08d-4887-b74a-7bc9c33424fe" providerId="ADAL" clId="{552C9188-9A92-497C-8B20-97FD697C43DF}" dt="2024-12-16T10:16:01.011" v="12393" actId="20577"/>
        <pc:sldMkLst>
          <pc:docMk/>
          <pc:sldMk cId="2333955243" sldId="348"/>
        </pc:sldMkLst>
      </pc:sldChg>
      <pc:sldChg chg="addSp delSp modSp add mod">
        <pc:chgData name="yiyuxiao" userId="daf2ba26-d08d-4887-b74a-7bc9c33424fe" providerId="ADAL" clId="{552C9188-9A92-497C-8B20-97FD697C43DF}" dt="2024-12-16T10:16:46.169" v="12425" actId="20577"/>
        <pc:sldMkLst>
          <pc:docMk/>
          <pc:sldMk cId="664140480" sldId="349"/>
        </pc:sldMkLst>
      </pc:sldChg>
      <pc:sldChg chg="addSp delSp modSp add mod">
        <pc:chgData name="yiyuxiao" userId="daf2ba26-d08d-4887-b74a-7bc9c33424fe" providerId="ADAL" clId="{552C9188-9A92-497C-8B20-97FD697C43DF}" dt="2024-12-16T10:24:38.153" v="12651" actId="20577"/>
        <pc:sldMkLst>
          <pc:docMk/>
          <pc:sldMk cId="320723317" sldId="350"/>
        </pc:sldMkLst>
      </pc:sldChg>
      <pc:sldChg chg="addSp delSp modSp add mod">
        <pc:chgData name="yiyuxiao" userId="daf2ba26-d08d-4887-b74a-7bc9c33424fe" providerId="ADAL" clId="{552C9188-9A92-497C-8B20-97FD697C43DF}" dt="2024-12-16T10:24:45.528" v="12654" actId="20577"/>
        <pc:sldMkLst>
          <pc:docMk/>
          <pc:sldMk cId="497471255" sldId="351"/>
        </pc:sldMkLst>
      </pc:sldChg>
      <pc:sldChg chg="addSp delSp modSp add mod">
        <pc:chgData name="yiyuxiao" userId="daf2ba26-d08d-4887-b74a-7bc9c33424fe" providerId="ADAL" clId="{552C9188-9A92-497C-8B20-97FD697C43DF}" dt="2024-12-16T10:24:53.806" v="12660" actId="20577"/>
        <pc:sldMkLst>
          <pc:docMk/>
          <pc:sldMk cId="573638508" sldId="352"/>
        </pc:sldMkLst>
      </pc:sldChg>
      <pc:sldChg chg="addSp delSp modSp add mod">
        <pc:chgData name="yiyuxiao" userId="daf2ba26-d08d-4887-b74a-7bc9c33424fe" providerId="ADAL" clId="{552C9188-9A92-497C-8B20-97FD697C43DF}" dt="2024-12-16T10:25:25.014" v="12725" actId="20577"/>
        <pc:sldMkLst>
          <pc:docMk/>
          <pc:sldMk cId="2951331213" sldId="353"/>
        </pc:sldMkLst>
      </pc:sldChg>
      <pc:sldChg chg="add del">
        <pc:chgData name="yiyuxiao" userId="daf2ba26-d08d-4887-b74a-7bc9c33424fe" providerId="ADAL" clId="{552C9188-9A92-497C-8B20-97FD697C43DF}" dt="2024-12-03T13:38:12.534" v="9169" actId="47"/>
        <pc:sldMkLst>
          <pc:docMk/>
          <pc:sldMk cId="1914557869" sldId="354"/>
        </pc:sldMkLst>
      </pc:sldChg>
      <pc:sldChg chg="addSp delSp modSp add mod">
        <pc:chgData name="yiyuxiao" userId="daf2ba26-d08d-4887-b74a-7bc9c33424fe" providerId="ADAL" clId="{552C9188-9A92-497C-8B20-97FD697C43DF}" dt="2024-12-03T14:13:52.422" v="11269" actId="20577"/>
        <pc:sldMkLst>
          <pc:docMk/>
          <pc:sldMk cId="2998647506" sldId="355"/>
        </pc:sldMkLst>
      </pc:sldChg>
      <pc:sldChg chg="addSp modSp new del ord">
        <pc:chgData name="yiyuxiao" userId="daf2ba26-d08d-4887-b74a-7bc9c33424fe" providerId="ADAL" clId="{552C9188-9A92-497C-8B20-97FD697C43DF}" dt="2024-12-16T06:55:17.770" v="11508" actId="47"/>
        <pc:sldMkLst>
          <pc:docMk/>
          <pc:sldMk cId="2464741576" sldId="356"/>
        </pc:sldMkLst>
      </pc:sldChg>
      <pc:sldChg chg="addSp delSp modSp new mod ord">
        <pc:chgData name="yiyuxiao" userId="daf2ba26-d08d-4887-b74a-7bc9c33424fe" providerId="ADAL" clId="{552C9188-9A92-497C-8B20-97FD697C43DF}" dt="2024-12-16T10:11:36.360" v="12155" actId="20577"/>
        <pc:sldMkLst>
          <pc:docMk/>
          <pc:sldMk cId="3846492769" sldId="356"/>
        </pc:sldMkLst>
      </pc:sldChg>
      <pc:sldChg chg="addSp delSp modSp new mod">
        <pc:chgData name="yiyuxiao" userId="daf2ba26-d08d-4887-b74a-7bc9c33424fe" providerId="ADAL" clId="{552C9188-9A92-497C-8B20-97FD697C43DF}" dt="2024-12-16T10:27:43.147" v="12788" actId="1036"/>
        <pc:sldMkLst>
          <pc:docMk/>
          <pc:sldMk cId="501041254" sldId="357"/>
        </pc:sldMkLst>
      </pc:sldChg>
      <pc:sldChg chg="addSp delSp modSp new del ord">
        <pc:chgData name="yiyuxiao" userId="daf2ba26-d08d-4887-b74a-7bc9c33424fe" providerId="ADAL" clId="{552C9188-9A92-497C-8B20-97FD697C43DF}" dt="2024-12-16T06:55:54.080" v="11513" actId="47"/>
        <pc:sldMkLst>
          <pc:docMk/>
          <pc:sldMk cId="3389210945" sldId="357"/>
        </pc:sldMkLst>
      </pc:sldChg>
    </pc:docChg>
  </pc:docChgLst>
  <pc:docChgLst>
    <pc:chgData name="yiyuxiao" userId="daf2ba26-d08d-4887-b74a-7bc9c33424fe" providerId="ADAL" clId="{44144DAB-9BCC-4B34-BAC0-234AAEA8C81B}"/>
    <pc:docChg chg="undo custSel addSld delSld modSld sldOrd modSection">
      <pc:chgData name="yiyuxiao" userId="daf2ba26-d08d-4887-b74a-7bc9c33424fe" providerId="ADAL" clId="{44144DAB-9BCC-4B34-BAC0-234AAEA8C81B}" dt="2025-04-03T10:22:45.789" v="4879" actId="20577"/>
      <pc:docMkLst>
        <pc:docMk/>
      </pc:docMkLst>
      <pc:sldChg chg="addSp delSp modSp mod">
        <pc:chgData name="yiyuxiao" userId="daf2ba26-d08d-4887-b74a-7bc9c33424fe" providerId="ADAL" clId="{44144DAB-9BCC-4B34-BAC0-234AAEA8C81B}" dt="2025-04-03T09:48:14.437" v="3195" actId="478"/>
        <pc:sldMkLst>
          <pc:docMk/>
          <pc:sldMk cId="3451848383" sldId="256"/>
        </pc:sldMkLst>
      </pc:sldChg>
      <pc:sldChg chg="modSp mod ord">
        <pc:chgData name="yiyuxiao" userId="daf2ba26-d08d-4887-b74a-7bc9c33424fe" providerId="ADAL" clId="{44144DAB-9BCC-4B34-BAC0-234AAEA8C81B}" dt="2025-04-03T10:18:06.343" v="4865" actId="207"/>
        <pc:sldMkLst>
          <pc:docMk/>
          <pc:sldMk cId="1523485137" sldId="282"/>
        </pc:sldMkLst>
      </pc:sldChg>
      <pc:sldChg chg="addSp delSp modSp mod">
        <pc:chgData name="yiyuxiao" userId="daf2ba26-d08d-4887-b74a-7bc9c33424fe" providerId="ADAL" clId="{44144DAB-9BCC-4B34-BAC0-234AAEA8C81B}" dt="2025-04-03T10:18:35.262" v="4871" actId="20577"/>
        <pc:sldMkLst>
          <pc:docMk/>
          <pc:sldMk cId="1104544087" sldId="339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1914362287" sldId="343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195750069" sldId="344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171671840" sldId="345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2555106109" sldId="346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2333955243" sldId="348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664140480" sldId="349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320723317" sldId="350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497471255" sldId="351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573638508" sldId="352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2951331213" sldId="353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2998647506" sldId="355"/>
        </pc:sldMkLst>
      </pc:sldChg>
      <pc:sldChg chg="del">
        <pc:chgData name="yiyuxiao" userId="daf2ba26-d08d-4887-b74a-7bc9c33424fe" providerId="ADAL" clId="{44144DAB-9BCC-4B34-BAC0-234AAEA8C81B}" dt="2025-04-03T09:48:06.163" v="3193" actId="47"/>
        <pc:sldMkLst>
          <pc:docMk/>
          <pc:sldMk cId="3846492769" sldId="356"/>
        </pc:sldMkLst>
      </pc:sldChg>
      <pc:sldChg chg="del">
        <pc:chgData name="yiyuxiao" userId="daf2ba26-d08d-4887-b74a-7bc9c33424fe" providerId="ADAL" clId="{44144DAB-9BCC-4B34-BAC0-234AAEA8C81B}" dt="2025-04-03T10:08:00.991" v="4501" actId="47"/>
        <pc:sldMkLst>
          <pc:docMk/>
          <pc:sldMk cId="501041254" sldId="357"/>
        </pc:sldMkLst>
      </pc:sldChg>
      <pc:sldChg chg="addSp modSp new mod ord">
        <pc:chgData name="yiyuxiao" userId="daf2ba26-d08d-4887-b74a-7bc9c33424fe" providerId="ADAL" clId="{44144DAB-9BCC-4B34-BAC0-234AAEA8C81B}" dt="2025-04-03T09:17:40.191" v="1404" actId="20577"/>
        <pc:sldMkLst>
          <pc:docMk/>
          <pc:sldMk cId="2205099654" sldId="358"/>
        </pc:sldMkLst>
      </pc:sldChg>
      <pc:sldChg chg="addSp modSp new mod ord">
        <pc:chgData name="yiyuxiao" userId="daf2ba26-d08d-4887-b74a-7bc9c33424fe" providerId="ADAL" clId="{44144DAB-9BCC-4B34-BAC0-234AAEA8C81B}" dt="2025-04-03T09:32:44.148" v="2091"/>
        <pc:sldMkLst>
          <pc:docMk/>
          <pc:sldMk cId="4121669900" sldId="359"/>
        </pc:sldMkLst>
      </pc:sldChg>
      <pc:sldChg chg="addSp modSp new mod">
        <pc:chgData name="yiyuxiao" userId="daf2ba26-d08d-4887-b74a-7bc9c33424fe" providerId="ADAL" clId="{44144DAB-9BCC-4B34-BAC0-234AAEA8C81B}" dt="2025-04-03T09:57:11.349" v="3742" actId="20577"/>
        <pc:sldMkLst>
          <pc:docMk/>
          <pc:sldMk cId="1904989414" sldId="360"/>
        </pc:sldMkLst>
      </pc:sldChg>
      <pc:sldChg chg="addSp modSp new mod">
        <pc:chgData name="yiyuxiao" userId="daf2ba26-d08d-4887-b74a-7bc9c33424fe" providerId="ADAL" clId="{44144DAB-9BCC-4B34-BAC0-234AAEA8C81B}" dt="2025-04-03T09:57:48.154" v="3786" actId="1076"/>
        <pc:sldMkLst>
          <pc:docMk/>
          <pc:sldMk cId="3446614756" sldId="361"/>
        </pc:sldMkLst>
      </pc:sldChg>
      <pc:sldChg chg="addSp modSp new mod">
        <pc:chgData name="yiyuxiao" userId="daf2ba26-d08d-4887-b74a-7bc9c33424fe" providerId="ADAL" clId="{44144DAB-9BCC-4B34-BAC0-234AAEA8C81B}" dt="2025-04-03T09:58:44.407" v="3839" actId="1076"/>
        <pc:sldMkLst>
          <pc:docMk/>
          <pc:sldMk cId="1837596701" sldId="362"/>
        </pc:sldMkLst>
      </pc:sldChg>
      <pc:sldChg chg="addSp delSp modSp new mod ord">
        <pc:chgData name="yiyuxiao" userId="daf2ba26-d08d-4887-b74a-7bc9c33424fe" providerId="ADAL" clId="{44144DAB-9BCC-4B34-BAC0-234AAEA8C81B}" dt="2025-04-03T10:22:45.789" v="4879" actId="20577"/>
        <pc:sldMkLst>
          <pc:docMk/>
          <pc:sldMk cId="1369470589" sldId="363"/>
        </pc:sldMkLst>
      </pc:sldChg>
      <pc:sldChg chg="addSp modSp new mod ord">
        <pc:chgData name="yiyuxiao" userId="daf2ba26-d08d-4887-b74a-7bc9c33424fe" providerId="ADAL" clId="{44144DAB-9BCC-4B34-BAC0-234AAEA8C81B}" dt="2025-04-03T10:02:40.092" v="4163" actId="113"/>
        <pc:sldMkLst>
          <pc:docMk/>
          <pc:sldMk cId="857985113" sldId="364"/>
        </pc:sldMkLst>
      </pc:sldChg>
      <pc:sldChg chg="addSp modSp new mod">
        <pc:chgData name="yiyuxiao" userId="daf2ba26-d08d-4887-b74a-7bc9c33424fe" providerId="ADAL" clId="{44144DAB-9BCC-4B34-BAC0-234AAEA8C81B}" dt="2025-04-03T10:07:53.268" v="4500" actId="1076"/>
        <pc:sldMkLst>
          <pc:docMk/>
          <pc:sldMk cId="1528782707" sldId="365"/>
        </pc:sldMkLst>
      </pc:sldChg>
      <pc:sldChg chg="addSp delSp modSp new mod">
        <pc:chgData name="yiyuxiao" userId="daf2ba26-d08d-4887-b74a-7bc9c33424fe" providerId="ADAL" clId="{44144DAB-9BCC-4B34-BAC0-234AAEA8C81B}" dt="2025-04-03T09:41:57.656" v="2804" actId="1076"/>
        <pc:sldMkLst>
          <pc:docMk/>
          <pc:sldMk cId="741400759" sldId="366"/>
        </pc:sldMkLst>
      </pc:sldChg>
      <pc:sldChg chg="new del">
        <pc:chgData name="yiyuxiao" userId="daf2ba26-d08d-4887-b74a-7bc9c33424fe" providerId="ADAL" clId="{44144DAB-9BCC-4B34-BAC0-234AAEA8C81B}" dt="2025-04-03T09:26:07.227" v="1865" actId="47"/>
        <pc:sldMkLst>
          <pc:docMk/>
          <pc:sldMk cId="2529950757" sldId="366"/>
        </pc:sldMkLst>
      </pc:sldChg>
    </pc:docChg>
  </pc:docChgLst>
  <pc:docChgLst>
    <pc:chgData name="yiyuxiao" userId="daf2ba26-d08d-4887-b74a-7bc9c33424fe" providerId="ADAL" clId="{9C37922F-E908-441A-851F-C8BEE8AB2F39}"/>
    <pc:docChg chg="undo custSel addSld delSld modSld sldOrd modSection">
      <pc:chgData name="yiyuxiao" userId="daf2ba26-d08d-4887-b74a-7bc9c33424fe" providerId="ADAL" clId="{9C37922F-E908-441A-851F-C8BEE8AB2F39}" dt="2025-08-14T09:57:51.421" v="5725" actId="20577"/>
      <pc:docMkLst>
        <pc:docMk/>
      </pc:docMkLst>
      <pc:sldChg chg="addSp delSp modSp mod ord">
        <pc:chgData name="yiyuxiao" userId="daf2ba26-d08d-4887-b74a-7bc9c33424fe" providerId="ADAL" clId="{9C37922F-E908-441A-851F-C8BEE8AB2F39}" dt="2025-08-14T09:50:08.615" v="5658" actId="207"/>
        <pc:sldMkLst>
          <pc:docMk/>
          <pc:sldMk cId="1104544087" sldId="339"/>
        </pc:sldMkLst>
        <pc:spChg chg="mod">
          <ac:chgData name="yiyuxiao" userId="daf2ba26-d08d-4887-b74a-7bc9c33424fe" providerId="ADAL" clId="{9C37922F-E908-441A-851F-C8BEE8AB2F39}" dt="2025-08-14T08:37:25.202" v="1390" actId="20577"/>
          <ac:spMkLst>
            <pc:docMk/>
            <pc:sldMk cId="1104544087" sldId="339"/>
            <ac:spMk id="2" creationId="{C17701DB-A57B-E7E1-F72E-B504B68F4E64}"/>
          </ac:spMkLst>
        </pc:spChg>
        <pc:spChg chg="add mod">
          <ac:chgData name="yiyuxiao" userId="daf2ba26-d08d-4887-b74a-7bc9c33424fe" providerId="ADAL" clId="{9C37922F-E908-441A-851F-C8BEE8AB2F39}" dt="2025-08-14T09:50:08.615" v="5658" actId="207"/>
          <ac:spMkLst>
            <pc:docMk/>
            <pc:sldMk cId="1104544087" sldId="339"/>
            <ac:spMk id="9" creationId="{6F3D5B30-DC95-6410-BFFE-7D6B98A8B775}"/>
          </ac:spMkLst>
        </pc:spChg>
        <pc:spChg chg="mod">
          <ac:chgData name="yiyuxiao" userId="daf2ba26-d08d-4887-b74a-7bc9c33424fe" providerId="ADAL" clId="{9C37922F-E908-441A-851F-C8BEE8AB2F39}" dt="2025-08-14T09:49:33.859" v="5655" actId="20577"/>
          <ac:spMkLst>
            <pc:docMk/>
            <pc:sldMk cId="1104544087" sldId="339"/>
            <ac:spMk id="15" creationId="{D550B69D-EB46-39CC-C8B9-347B084B8623}"/>
          </ac:spMkLst>
        </pc:spChg>
        <pc:picChg chg="add mod">
          <ac:chgData name="yiyuxiao" userId="daf2ba26-d08d-4887-b74a-7bc9c33424fe" providerId="ADAL" clId="{9C37922F-E908-441A-851F-C8BEE8AB2F39}" dt="2025-08-14T09:45:20.651" v="5640" actId="14861"/>
          <ac:picMkLst>
            <pc:docMk/>
            <pc:sldMk cId="1104544087" sldId="339"/>
            <ac:picMk id="1026" creationId="{865E5EA2-9A24-4670-EAF2-E03BEAEFEFEA}"/>
          </ac:picMkLst>
        </pc:picChg>
      </pc:sldChg>
      <pc:sldChg chg="addSp delSp modSp mod">
        <pc:chgData name="yiyuxiao" userId="daf2ba26-d08d-4887-b74a-7bc9c33424fe" providerId="ADAL" clId="{9C37922F-E908-441A-851F-C8BEE8AB2F39}" dt="2025-08-14T09:49:58.349" v="5657" actId="20577"/>
        <pc:sldMkLst>
          <pc:docMk/>
          <pc:sldMk cId="2588560949" sldId="378"/>
        </pc:sldMkLst>
        <pc:spChg chg="mod">
          <ac:chgData name="yiyuxiao" userId="daf2ba26-d08d-4887-b74a-7bc9c33424fe" providerId="ADAL" clId="{9C37922F-E908-441A-851F-C8BEE8AB2F39}" dt="2025-08-14T09:49:58.349" v="5657" actId="20577"/>
          <ac:spMkLst>
            <pc:docMk/>
            <pc:sldMk cId="2588560949" sldId="378"/>
            <ac:spMk id="2" creationId="{C4488F79-3BAB-E34A-8C46-B0F72FA602FA}"/>
          </ac:spMkLst>
        </pc:spChg>
        <pc:spChg chg="add mod">
          <ac:chgData name="yiyuxiao" userId="daf2ba26-d08d-4887-b74a-7bc9c33424fe" providerId="ADAL" clId="{9C37922F-E908-441A-851F-C8BEE8AB2F39}" dt="2025-08-14T09:17:18.884" v="4011" actId="20577"/>
          <ac:spMkLst>
            <pc:docMk/>
            <pc:sldMk cId="2588560949" sldId="378"/>
            <ac:spMk id="3" creationId="{6283E14A-23E7-6E9B-286B-9D3FDE9061A7}"/>
          </ac:spMkLst>
        </pc:spChg>
        <pc:spChg chg="mod">
          <ac:chgData name="yiyuxiao" userId="daf2ba26-d08d-4887-b74a-7bc9c33424fe" providerId="ADAL" clId="{9C37922F-E908-441A-851F-C8BEE8AB2F39}" dt="2025-08-14T08:57:50.013" v="2657" actId="1038"/>
          <ac:spMkLst>
            <pc:docMk/>
            <pc:sldMk cId="2588560949" sldId="378"/>
            <ac:spMk id="4" creationId="{6AD28AFF-C8A7-536D-EB89-D0FD71F1ECE7}"/>
          </ac:spMkLst>
        </pc:spChg>
      </pc:sldChg>
      <pc:sldChg chg="addSp delSp modSp mod">
        <pc:chgData name="yiyuxiao" userId="daf2ba26-d08d-4887-b74a-7bc9c33424fe" providerId="ADAL" clId="{9C37922F-E908-441A-851F-C8BEE8AB2F39}" dt="2025-08-14T09:50:36.829" v="5677" actId="20577"/>
        <pc:sldMkLst>
          <pc:docMk/>
          <pc:sldMk cId="592944653" sldId="379"/>
        </pc:sldMkLst>
        <pc:spChg chg="mod">
          <ac:chgData name="yiyuxiao" userId="daf2ba26-d08d-4887-b74a-7bc9c33424fe" providerId="ADAL" clId="{9C37922F-E908-441A-851F-C8BEE8AB2F39}" dt="2025-08-14T09:07:49.912" v="3604" actId="20577"/>
          <ac:spMkLst>
            <pc:docMk/>
            <pc:sldMk cId="592944653" sldId="379"/>
            <ac:spMk id="2" creationId="{6E3501D0-2AEB-93AA-EC05-8FB0BCBB46FD}"/>
          </ac:spMkLst>
        </pc:spChg>
        <pc:spChg chg="mod">
          <ac:chgData name="yiyuxiao" userId="daf2ba26-d08d-4887-b74a-7bc9c33424fe" providerId="ADAL" clId="{9C37922F-E908-441A-851F-C8BEE8AB2F39}" dt="2025-08-14T09:50:36.829" v="5677" actId="20577"/>
          <ac:spMkLst>
            <pc:docMk/>
            <pc:sldMk cId="592944653" sldId="379"/>
            <ac:spMk id="3" creationId="{8C4D317A-8667-90A3-9FB5-A1D992C0F041}"/>
          </ac:spMkLst>
        </pc:spChg>
        <pc:picChg chg="add mod">
          <ac:chgData name="yiyuxiao" userId="daf2ba26-d08d-4887-b74a-7bc9c33424fe" providerId="ADAL" clId="{9C37922F-E908-441A-851F-C8BEE8AB2F39}" dt="2025-08-14T09:45:25.109" v="5642" actId="14861"/>
          <ac:picMkLst>
            <pc:docMk/>
            <pc:sldMk cId="592944653" sldId="379"/>
            <ac:picMk id="9" creationId="{73A3CFE3-EDA1-4181-0AAA-12747AE0F940}"/>
          </ac:picMkLst>
        </pc:picChg>
      </pc:sldChg>
      <pc:sldChg chg="addSp delSp modSp mod">
        <pc:chgData name="yiyuxiao" userId="daf2ba26-d08d-4887-b74a-7bc9c33424fe" providerId="ADAL" clId="{9C37922F-E908-441A-851F-C8BEE8AB2F39}" dt="2025-08-14T09:51:35.721" v="5699" actId="20577"/>
        <pc:sldMkLst>
          <pc:docMk/>
          <pc:sldMk cId="2412545816" sldId="385"/>
        </pc:sldMkLst>
      </pc:sldChg>
      <pc:sldChg chg="addSp delSp modSp mod">
        <pc:chgData name="yiyuxiao" userId="daf2ba26-d08d-4887-b74a-7bc9c33424fe" providerId="ADAL" clId="{9C37922F-E908-441A-851F-C8BEE8AB2F39}" dt="2025-08-14T09:45:33.135" v="5644" actId="14861"/>
        <pc:sldMkLst>
          <pc:docMk/>
          <pc:sldMk cId="1009487028" sldId="386"/>
        </pc:sldMkLst>
        <pc:spChg chg="mod">
          <ac:chgData name="yiyuxiao" userId="daf2ba26-d08d-4887-b74a-7bc9c33424fe" providerId="ADAL" clId="{9C37922F-E908-441A-851F-C8BEE8AB2F39}" dt="2025-08-14T09:07:28.616" v="3535" actId="20577"/>
          <ac:spMkLst>
            <pc:docMk/>
            <pc:sldMk cId="1009487028" sldId="386"/>
            <ac:spMk id="2" creationId="{089DF671-E303-058D-D688-C61B176633B7}"/>
          </ac:spMkLst>
        </pc:spChg>
      </pc:sldChg>
      <pc:sldChg chg="addSp delSp modSp del mod">
        <pc:chgData name="yiyuxiao" userId="daf2ba26-d08d-4887-b74a-7bc9c33424fe" providerId="ADAL" clId="{9C37922F-E908-441A-851F-C8BEE8AB2F39}" dt="2025-08-14T09:15:11.347" v="3984" actId="47"/>
        <pc:sldMkLst>
          <pc:docMk/>
          <pc:sldMk cId="445584524" sldId="387"/>
        </pc:sldMkLst>
      </pc:sldChg>
      <pc:sldChg chg="del">
        <pc:chgData name="yiyuxiao" userId="daf2ba26-d08d-4887-b74a-7bc9c33424fe" providerId="ADAL" clId="{9C37922F-E908-441A-851F-C8BEE8AB2F39}" dt="2025-08-14T09:18:16.216" v="4028" actId="47"/>
        <pc:sldMkLst>
          <pc:docMk/>
          <pc:sldMk cId="758372698" sldId="388"/>
        </pc:sldMkLst>
      </pc:sldChg>
      <pc:sldChg chg="modSp mod ord">
        <pc:chgData name="yiyuxiao" userId="daf2ba26-d08d-4887-b74a-7bc9c33424fe" providerId="ADAL" clId="{9C37922F-E908-441A-851F-C8BEE8AB2F39}" dt="2025-08-14T09:57:51.421" v="5725" actId="20577"/>
        <pc:sldMkLst>
          <pc:docMk/>
          <pc:sldMk cId="3734518287" sldId="390"/>
        </pc:sldMkLst>
        <pc:spChg chg="mod">
          <ac:chgData name="yiyuxiao" userId="daf2ba26-d08d-4887-b74a-7bc9c33424fe" providerId="ADAL" clId="{9C37922F-E908-441A-851F-C8BEE8AB2F39}" dt="2025-08-14T09:15:20.484" v="3996" actId="20577"/>
          <ac:spMkLst>
            <pc:docMk/>
            <pc:sldMk cId="3734518287" sldId="390"/>
            <ac:spMk id="2" creationId="{6A8B2F5F-7567-948E-56F4-31298165357D}"/>
          </ac:spMkLst>
        </pc:spChg>
        <pc:spChg chg="mod">
          <ac:chgData name="yiyuxiao" userId="daf2ba26-d08d-4887-b74a-7bc9c33424fe" providerId="ADAL" clId="{9C37922F-E908-441A-851F-C8BEE8AB2F39}" dt="2025-08-14T09:57:51.421" v="5725" actId="20577"/>
          <ac:spMkLst>
            <pc:docMk/>
            <pc:sldMk cId="3734518287" sldId="390"/>
            <ac:spMk id="4" creationId="{5FAC66A7-6552-C839-8F4E-676805290F1D}"/>
          </ac:spMkLst>
        </pc:spChg>
      </pc:sldChg>
      <pc:sldChg chg="addSp delSp modSp new del mod">
        <pc:chgData name="yiyuxiao" userId="daf2ba26-d08d-4887-b74a-7bc9c33424fe" providerId="ADAL" clId="{9C37922F-E908-441A-851F-C8BEE8AB2F39}" dt="2025-08-14T08:42:22.393" v="1702" actId="47"/>
        <pc:sldMkLst>
          <pc:docMk/>
          <pc:sldMk cId="525154416" sldId="391"/>
        </pc:sldMkLst>
      </pc:sldChg>
      <pc:sldChg chg="addSp delSp modSp new del ord">
        <pc:chgData name="yiyuxiao" userId="daf2ba26-d08d-4887-b74a-7bc9c33424fe" providerId="ADAL" clId="{9C37922F-E908-441A-851F-C8BEE8AB2F39}" dt="2025-08-14T08:24:09.949" v="780" actId="47"/>
        <pc:sldMkLst>
          <pc:docMk/>
          <pc:sldMk cId="3722895425" sldId="392"/>
        </pc:sldMkLst>
      </pc:sldChg>
      <pc:sldChg chg="addSp delSp modSp new del">
        <pc:chgData name="yiyuxiao" userId="daf2ba26-d08d-4887-b74a-7bc9c33424fe" providerId="ADAL" clId="{9C37922F-E908-441A-851F-C8BEE8AB2F39}" dt="2025-08-14T08:24:08.576" v="779" actId="47"/>
        <pc:sldMkLst>
          <pc:docMk/>
          <pc:sldMk cId="2580669101" sldId="393"/>
        </pc:sldMkLst>
      </pc:sldChg>
      <pc:sldChg chg="addSp modSp new mod">
        <pc:chgData name="yiyuxiao" userId="daf2ba26-d08d-4887-b74a-7bc9c33424fe" providerId="ADAL" clId="{9C37922F-E908-441A-851F-C8BEE8AB2F39}" dt="2025-08-14T09:45:09.172" v="5638" actId="14861"/>
        <pc:sldMkLst>
          <pc:docMk/>
          <pc:sldMk cId="3206263556" sldId="394"/>
        </pc:sldMkLst>
      </pc:sldChg>
      <pc:sldChg chg="addSp delSp modSp add mod">
        <pc:chgData name="yiyuxiao" userId="daf2ba26-d08d-4887-b74a-7bc9c33424fe" providerId="ADAL" clId="{9C37922F-E908-441A-851F-C8BEE8AB2F39}" dt="2025-08-14T09:45:18.339" v="5639" actId="14861"/>
        <pc:sldMkLst>
          <pc:docMk/>
          <pc:sldMk cId="1785013502" sldId="3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4F1E47-100A-4BAC-8596-3459043351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4EF88-5EEF-41B9-AD61-32DAB7138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60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009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277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356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047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857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711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076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261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4EF88-5EEF-41B9-AD61-32DAB71387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494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16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37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54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42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23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07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39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7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61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37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DC73B5-26FA-412A-828F-24122F7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022E2-B7A7-4B4F-B841-4E8F08EA7B3F}" type="datetime1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6F6B47-5541-4AE0-930F-CF149840B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60A4E3-BB78-491E-9143-32B29CA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8E9B8-47CC-4BFE-B0AB-CD4D2E5065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453E65-DC52-1144-0D94-280E165CC197}"/>
              </a:ext>
            </a:extLst>
          </p:cNvPr>
          <p:cNvSpPr/>
          <p:nvPr userDrawn="1"/>
        </p:nvSpPr>
        <p:spPr>
          <a:xfrm>
            <a:off x="0" y="4"/>
            <a:ext cx="12192000" cy="627133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FBE8620-5346-58F7-78FE-CE9F45E857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166" y="49402"/>
            <a:ext cx="2638057" cy="5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8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88234-6E56-4CA3-8E6D-0FB880FF1E55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69872-4C71-4331-9679-8F4367170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86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dify.ai/app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s://cloud.dify.ai/plugins?category=discove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5" y="48569"/>
            <a:ext cx="8838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步骤一：申请与设置</a:t>
            </a:r>
            <a:r>
              <a:rPr lang="en-US" altLang="zh-CN" sz="2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api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3" y="742269"/>
            <a:ext cx="7932746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/>
              <a:t>打开网页版Dify，使用github登录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en-US" altLang="zh-CN" dirty="0">
                <a:hlinkClick r:id="rId3"/>
              </a:rPr>
              <a:t>https://cloud.dify.ai/apps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solidFill>
                  <a:srgbClr val="354052"/>
                </a:solidFill>
                <a:latin typeface="ui-sans-serif"/>
              </a:rPr>
              <a:t>进入插件市场</a:t>
            </a:r>
            <a:r>
              <a:rPr lang="zh-CN" altLang="en-US" b="1" dirty="0">
                <a:solidFill>
                  <a:srgbClr val="354052"/>
                </a:solidFill>
                <a:latin typeface="ui-sans-serif"/>
              </a:rPr>
              <a:t>：</a:t>
            </a:r>
            <a:r>
              <a:rPr lang="en-US" altLang="zh-CN" b="1" dirty="0">
                <a:solidFill>
                  <a:srgbClr val="354052"/>
                </a:solidFill>
                <a:latin typeface="ui-sans-serif"/>
              </a:rPr>
              <a:t> </a:t>
            </a:r>
            <a:r>
              <a:rPr lang="en-US" altLang="zh-CN" b="1" dirty="0">
                <a:solidFill>
                  <a:srgbClr val="354052"/>
                </a:solidFill>
                <a:latin typeface="ui-sans-serif"/>
                <a:hlinkClick r:id="rId4"/>
              </a:rPr>
              <a:t>https://</a:t>
            </a:r>
            <a:r>
              <a:rPr lang="en-US" altLang="zh-CN" b="1" dirty="0" err="1">
                <a:solidFill>
                  <a:srgbClr val="354052"/>
                </a:solidFill>
                <a:latin typeface="ui-sans-serif"/>
                <a:hlinkClick r:id="rId4"/>
              </a:rPr>
              <a:t>cloud.dify.ai</a:t>
            </a:r>
            <a:r>
              <a:rPr lang="en-US" altLang="zh-CN" b="1" dirty="0">
                <a:solidFill>
                  <a:srgbClr val="354052"/>
                </a:solidFill>
                <a:latin typeface="ui-sans-serif"/>
                <a:hlinkClick r:id="rId4"/>
              </a:rPr>
              <a:t>/</a:t>
            </a:r>
            <a:r>
              <a:rPr lang="en-US" altLang="zh-CN" b="1" dirty="0" err="1">
                <a:solidFill>
                  <a:srgbClr val="354052"/>
                </a:solidFill>
                <a:latin typeface="ui-sans-serif"/>
                <a:hlinkClick r:id="rId4"/>
              </a:rPr>
              <a:t>plugins?category</a:t>
            </a:r>
            <a:r>
              <a:rPr lang="en-US" altLang="zh-CN" b="1" dirty="0">
                <a:solidFill>
                  <a:srgbClr val="354052"/>
                </a:solidFill>
                <a:latin typeface="ui-sans-serif"/>
                <a:hlinkClick r:id="rId4"/>
              </a:rPr>
              <a:t>=discover </a:t>
            </a:r>
            <a:endParaRPr lang="en-US" altLang="zh-CN" b="1" dirty="0">
              <a:solidFill>
                <a:srgbClr val="354052"/>
              </a:solidFill>
              <a:latin typeface="ui-sans-serif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solidFill>
                  <a:srgbClr val="354052"/>
                </a:solidFill>
                <a:latin typeface="ui-sans-serif"/>
              </a:rPr>
              <a:t>安装</a:t>
            </a:r>
            <a:r>
              <a:rPr lang="en-US" b="1" i="0" dirty="0" err="1">
                <a:solidFill>
                  <a:srgbClr val="354052"/>
                </a:solidFill>
                <a:effectLst/>
                <a:latin typeface="ui-sans-serif"/>
              </a:rPr>
              <a:t>OpenAI</a:t>
            </a:r>
            <a:r>
              <a:rPr lang="en-US" b="1" i="0" dirty="0">
                <a:solidFill>
                  <a:srgbClr val="354052"/>
                </a:solidFill>
                <a:effectLst/>
                <a:latin typeface="ui-sans-serif"/>
              </a:rPr>
              <a:t>-API-</a:t>
            </a:r>
            <a:r>
              <a:rPr lang="en-US" b="1" i="0" dirty="0" err="1">
                <a:solidFill>
                  <a:srgbClr val="354052"/>
                </a:solidFill>
                <a:effectLst/>
                <a:latin typeface="ui-sans-serif"/>
              </a:rPr>
              <a:t>compatibl插件</a:t>
            </a:r>
            <a:endParaRPr lang="en-US" b="1" i="0" dirty="0">
              <a:solidFill>
                <a:srgbClr val="354052"/>
              </a:solidFill>
              <a:effectLst/>
              <a:latin typeface="ui-sans-serif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B605F6-45A0-2B33-36BC-399C33467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852" y="2264400"/>
            <a:ext cx="7406780" cy="43520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056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5" y="48569"/>
            <a:ext cx="8838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步骤一：申请与设置</a:t>
            </a:r>
            <a:r>
              <a:rPr lang="en-US" altLang="zh-CN" sz="2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api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3" y="717102"/>
            <a:ext cx="7932746" cy="88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b="1" dirty="0"/>
              <a:t>右上角用户头像</a:t>
            </a:r>
            <a:r>
              <a:rPr lang="en-US" altLang="zh-CN" b="1" dirty="0"/>
              <a:t>-</a:t>
            </a:r>
            <a:r>
              <a:rPr lang="zh-CN" altLang="en-US" b="1" dirty="0"/>
              <a:t>设置</a:t>
            </a:r>
            <a:r>
              <a:rPr lang="en-US" altLang="zh-CN" b="1" dirty="0"/>
              <a:t>-</a:t>
            </a:r>
            <a:r>
              <a:rPr lang="zh-CN" altLang="en-US" b="1" dirty="0"/>
              <a:t>模型供应商</a:t>
            </a:r>
            <a:r>
              <a:rPr lang="en-US" altLang="zh-CN" b="1" dirty="0"/>
              <a:t>-</a:t>
            </a:r>
            <a:r>
              <a:rPr lang="zh-CN" altLang="en-US" b="1" dirty="0"/>
              <a:t>添加模型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b="1" dirty="0"/>
              <a:t>添加申请的</a:t>
            </a:r>
            <a:r>
              <a:rPr lang="en-US" altLang="zh-CN" b="1" dirty="0" err="1"/>
              <a:t>api</a:t>
            </a:r>
            <a:r>
              <a:rPr lang="zh-CN" altLang="en-US" b="1" dirty="0"/>
              <a:t>（区分</a:t>
            </a:r>
            <a:r>
              <a:rPr lang="en-US" altLang="zh-CN" b="1" dirty="0"/>
              <a:t>deepseek-v3</a:t>
            </a:r>
            <a:r>
              <a:rPr lang="zh-CN" altLang="en-US" b="1" dirty="0"/>
              <a:t>和</a:t>
            </a:r>
            <a:r>
              <a:rPr lang="en-US" altLang="zh-CN" b="1" dirty="0"/>
              <a:t>deepseek-r1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7D337D-6FDA-4107-5B6E-551F246435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736"/>
          <a:stretch/>
        </p:blipFill>
        <p:spPr>
          <a:xfrm>
            <a:off x="155197" y="2017184"/>
            <a:ext cx="5940803" cy="26049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4152DF-448A-6414-D3FF-9A23B403C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413" y="1983846"/>
            <a:ext cx="5903861" cy="45350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0685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5" y="48569"/>
            <a:ext cx="8838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步骤二：创建工作流（交大教程缺失这一步）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3" y="717102"/>
            <a:ext cx="7932746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回到主页</a:t>
            </a:r>
            <a:r>
              <a:rPr lang="en-US" altLang="zh-CN" b="1" dirty="0"/>
              <a:t>-</a:t>
            </a:r>
            <a:r>
              <a:rPr lang="zh-CN" altLang="en-US" b="1" dirty="0"/>
              <a:t>工作室</a:t>
            </a:r>
            <a:r>
              <a:rPr lang="en-US" altLang="zh-CN" b="1" dirty="0"/>
              <a:t>-</a:t>
            </a:r>
            <a:r>
              <a:rPr lang="zh-CN" altLang="en-US" b="1" dirty="0"/>
              <a:t>创建空白应用</a:t>
            </a:r>
            <a:r>
              <a:rPr lang="en-US" altLang="zh-CN" b="1" dirty="0"/>
              <a:t>-</a:t>
            </a:r>
            <a:r>
              <a:rPr lang="zh-CN" altLang="en-US" b="1" dirty="0"/>
              <a:t>选择工作流</a:t>
            </a:r>
            <a:r>
              <a:rPr lang="en-US" altLang="zh-CN" b="1" dirty="0"/>
              <a:t>-</a:t>
            </a:r>
            <a:r>
              <a:rPr lang="zh-CN" altLang="en-US" b="1" dirty="0"/>
              <a:t>设置名称和描述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创建工作流后，添加节点：用户输入</a:t>
            </a:r>
            <a:r>
              <a:rPr lang="en-US" altLang="zh-CN" b="1" dirty="0"/>
              <a:t>-</a:t>
            </a:r>
            <a:r>
              <a:rPr lang="zh-CN" altLang="en-US" b="1" dirty="0"/>
              <a:t>知识检索</a:t>
            </a:r>
            <a:r>
              <a:rPr lang="en-US" altLang="zh-CN" b="1" dirty="0"/>
              <a:t>-LLM-</a:t>
            </a:r>
            <a:r>
              <a:rPr lang="zh-CN" altLang="en-US" b="1" dirty="0"/>
              <a:t>输出</a:t>
            </a:r>
            <a:endParaRPr lang="en-US" altLang="zh-C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92B687-3F6E-D811-743A-FC6E43CE76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753"/>
          <a:stretch/>
        </p:blipFill>
        <p:spPr>
          <a:xfrm>
            <a:off x="401470" y="1567192"/>
            <a:ext cx="6237074" cy="3803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3ADBF3-FEC8-193C-9641-340152BF3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559133"/>
            <a:ext cx="4983480" cy="38083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E73504-554D-1849-72D0-7F164FD05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920" y="5415411"/>
            <a:ext cx="7772400" cy="14243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2366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6" y="48569"/>
            <a:ext cx="4713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步骤四：创建知识库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3" y="717102"/>
            <a:ext cx="7932746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回到主页</a:t>
            </a:r>
            <a:r>
              <a:rPr lang="en-US" altLang="zh-CN" b="1" dirty="0"/>
              <a:t>-</a:t>
            </a:r>
            <a:r>
              <a:rPr lang="zh-CN" altLang="en-US" b="1" dirty="0"/>
              <a:t>知识库</a:t>
            </a:r>
            <a:r>
              <a:rPr lang="en-US" altLang="zh-CN" b="1" dirty="0"/>
              <a:t>-</a:t>
            </a:r>
            <a:r>
              <a:rPr lang="zh-CN" altLang="en-US" b="1" dirty="0"/>
              <a:t>创建知识库</a:t>
            </a:r>
            <a:r>
              <a:rPr lang="en-US" altLang="zh-CN" b="1" dirty="0"/>
              <a:t>-</a:t>
            </a:r>
            <a:r>
              <a:rPr lang="zh-CN" altLang="en-US" b="1" dirty="0"/>
              <a:t>导入已有文本</a:t>
            </a:r>
            <a:r>
              <a:rPr lang="en-US" altLang="zh-CN" b="1" dirty="0"/>
              <a:t>-</a:t>
            </a:r>
            <a:r>
              <a:rPr lang="zh-CN" altLang="en-US" b="1" dirty="0"/>
              <a:t>上传文件</a:t>
            </a:r>
            <a:r>
              <a:rPr lang="en-US" altLang="zh-CN" b="1" dirty="0"/>
              <a:t>-</a:t>
            </a:r>
            <a:r>
              <a:rPr lang="zh-CN" altLang="en-US" b="1" dirty="0"/>
              <a:t>保存</a:t>
            </a:r>
            <a:endParaRPr lang="en-US" altLang="zh-C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AA0E0A-E026-B069-0152-C238DEBC1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662" y="1415377"/>
            <a:ext cx="7772400" cy="29392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7225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6" y="48569"/>
            <a:ext cx="6064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步骤五：配置工作流的节点参数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2" y="717102"/>
            <a:ext cx="9045379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回到工作流页面，分别配置用户输入节点、知识检索节点、</a:t>
            </a:r>
            <a:r>
              <a:rPr lang="en-US" altLang="zh-CN" b="1" dirty="0"/>
              <a:t>LLM</a:t>
            </a:r>
            <a:r>
              <a:rPr lang="zh-CN" altLang="en-US" b="1" dirty="0"/>
              <a:t>节点的参数</a:t>
            </a:r>
            <a:endParaRPr lang="en-US" altLang="zh-C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EE753-C8EF-97EE-C3B6-5FE36766A5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2"/>
          <a:stretch/>
        </p:blipFill>
        <p:spPr>
          <a:xfrm>
            <a:off x="503682" y="1629690"/>
            <a:ext cx="7643261" cy="45797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8E6910-3108-755A-28D3-ACC28C21510F}"/>
              </a:ext>
            </a:extLst>
          </p:cNvPr>
          <p:cNvSpPr txBox="1"/>
          <p:nvPr/>
        </p:nvSpPr>
        <p:spPr>
          <a:xfrm>
            <a:off x="8501091" y="1697072"/>
            <a:ext cx="3453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用户输入节点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设置</a:t>
            </a:r>
            <a:r>
              <a:rPr lang="en-US" altLang="zh-CN" b="1" dirty="0"/>
              <a:t>query</a:t>
            </a:r>
            <a:r>
              <a:rPr lang="zh-CN" altLang="en-US" b="1" dirty="0"/>
              <a:t>变量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88126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6" y="48569"/>
            <a:ext cx="6064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步骤五：配置工作流的节点参数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2" y="717102"/>
            <a:ext cx="9045379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回到工作流页面，分别配置用户输入节点、知识检索节点、</a:t>
            </a:r>
            <a:r>
              <a:rPr lang="en-US" altLang="zh-CN" b="1" dirty="0"/>
              <a:t>LLM</a:t>
            </a:r>
            <a:r>
              <a:rPr lang="zh-CN" altLang="en-US" b="1" dirty="0"/>
              <a:t>节点的参数</a:t>
            </a:r>
            <a:endParaRPr lang="en-US" altLang="zh-C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E6910-3108-755A-28D3-ACC28C21510F}"/>
              </a:ext>
            </a:extLst>
          </p:cNvPr>
          <p:cNvSpPr txBox="1"/>
          <p:nvPr/>
        </p:nvSpPr>
        <p:spPr>
          <a:xfrm>
            <a:off x="5093747" y="1802949"/>
            <a:ext cx="6446943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知识检索节点</a:t>
            </a:r>
            <a:endParaRPr lang="en-US" altLang="zh-CN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设置查询文本为</a:t>
            </a:r>
            <a:r>
              <a:rPr lang="zh-CN" altLang="en-US" dirty="0"/>
              <a:t>：用户输入</a:t>
            </a:r>
            <a:r>
              <a:rPr lang="en-US" altLang="zh-CN" dirty="0"/>
              <a:t>/{x}query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添加知识库</a:t>
            </a:r>
            <a:endParaRPr lang="en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8BF824-A659-A235-78E7-EBC8BE9D8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68" y="1697072"/>
            <a:ext cx="3388287" cy="4807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6402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6" y="48569"/>
            <a:ext cx="6064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步骤五：配置工作流的节点参数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2" y="717102"/>
            <a:ext cx="9045379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回到工作流页面，分别配置用户输入节点、知识检索节点、</a:t>
            </a:r>
            <a:r>
              <a:rPr lang="en-US" altLang="zh-CN" b="1" dirty="0"/>
              <a:t>LLM</a:t>
            </a:r>
            <a:r>
              <a:rPr lang="zh-CN" altLang="en-US" b="1" dirty="0"/>
              <a:t>节点的参数</a:t>
            </a:r>
            <a:endParaRPr lang="en-US" altLang="zh-C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E6910-3108-755A-28D3-ACC28C21510F}"/>
              </a:ext>
            </a:extLst>
          </p:cNvPr>
          <p:cNvSpPr txBox="1"/>
          <p:nvPr/>
        </p:nvSpPr>
        <p:spPr>
          <a:xfrm>
            <a:off x="4371852" y="1327863"/>
            <a:ext cx="6446943" cy="7805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CN" b="1" dirty="0"/>
              <a:t>LLM节点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b="1" dirty="0"/>
              <a:t>设置模型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b="1" dirty="0"/>
              <a:t>上下文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</a:t>
            </a:r>
            <a:r>
              <a:rPr lang="en-CN" b="1" dirty="0"/>
              <a:t>ystem提示词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en-US" altLang="zh-CN" b="1" dirty="0"/>
              <a:t># Role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/>
              <a:t>你是一个资深的学术研究助手，擅长从碎片化的文档片段中提取核心学术价值，你的任务是基于提供的上下文信息和历史问题回答用户的问题。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endParaRPr lang="en-CN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b="1" dirty="0"/>
              <a:t>User提示词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rtl="0"/>
            <a:r>
              <a:rPr lang="zh-CN" altLang="en-US" dirty="0">
                <a:effectLst/>
              </a:rPr>
              <a:t>这是你需要参考的背景文档</a:t>
            </a:r>
            <a:endParaRPr lang="zh-CN" altLang="en-US" dirty="0"/>
          </a:p>
          <a:p>
            <a:pPr rtl="0"/>
            <a:r>
              <a:rPr lang="en-US" altLang="zh-CN" dirty="0">
                <a:effectLst/>
              </a:rPr>
              <a:t>&lt;</a:t>
            </a:r>
            <a:r>
              <a:rPr lang="en-US" dirty="0">
                <a:effectLst/>
              </a:rPr>
              <a:t>context&gt;</a:t>
            </a:r>
          </a:p>
          <a:p>
            <a:pPr rtl="0"/>
            <a:endParaRPr lang="en-US" dirty="0"/>
          </a:p>
          <a:p>
            <a:pPr rtl="0"/>
            <a:r>
              <a:rPr lang="en-US" dirty="0">
                <a:effectLst/>
              </a:rPr>
              <a:t>&lt;/context&gt;</a:t>
            </a:r>
            <a:br>
              <a:rPr lang="en-US" dirty="0"/>
            </a:br>
            <a:endParaRPr lang="en-US" dirty="0"/>
          </a:p>
          <a:p>
            <a:pPr rtl="0"/>
            <a:r>
              <a:rPr lang="zh-CN" altLang="en-US" dirty="0">
                <a:effectLst/>
              </a:rPr>
              <a:t>用户的具体问题是：</a:t>
            </a:r>
            <a:endParaRPr lang="en-US" altLang="zh-CN" dirty="0">
              <a:effectLst/>
            </a:endParaRPr>
          </a:p>
          <a:p>
            <a:pPr rtl="0"/>
            <a:br>
              <a:rPr lang="zh-CN" altLang="en-US" dirty="0"/>
            </a:br>
            <a:endParaRPr lang="zh-CN" altLang="en-US" dirty="0"/>
          </a:p>
          <a:p>
            <a:pPr rtl="0"/>
            <a:r>
              <a:rPr lang="zh-CN" altLang="en-US" dirty="0">
                <a:effectLst/>
              </a:rPr>
              <a:t>请根据上述</a:t>
            </a:r>
            <a:r>
              <a:rPr lang="en-US" altLang="zh-CN" dirty="0">
                <a:effectLst/>
              </a:rPr>
              <a:t>&lt;</a:t>
            </a:r>
            <a:r>
              <a:rPr lang="en-US" dirty="0">
                <a:effectLst/>
              </a:rPr>
              <a:t>context&gt;</a:t>
            </a:r>
            <a:r>
              <a:rPr lang="zh-CN" altLang="en-US" dirty="0">
                <a:effectLst/>
              </a:rPr>
              <a:t>中的内容，按照</a:t>
            </a:r>
            <a:r>
              <a:rPr lang="en-US" dirty="0">
                <a:effectLst/>
              </a:rPr>
              <a:t>System Prompt</a:t>
            </a:r>
            <a:r>
              <a:rPr lang="zh-CN" altLang="en-US" dirty="0">
                <a:effectLst/>
              </a:rPr>
              <a:t>定义的规则回答用户的问题。</a:t>
            </a:r>
            <a:endParaRPr lang="zh-CN" alt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293E6-9B83-4354-B725-A242373E8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48" y="1251066"/>
            <a:ext cx="3300149" cy="5411212"/>
          </a:xfrm>
          <a:prstGeom prst="rect">
            <a:avLst/>
          </a:prstGeom>
          <a:ln w="41275">
            <a:solidFill>
              <a:schemeClr val="accent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9A8BE4-0DA7-A056-1AAC-B3249256B5B1}"/>
              </a:ext>
            </a:extLst>
          </p:cNvPr>
          <p:cNvCxnSpPr/>
          <p:nvPr/>
        </p:nvCxnSpPr>
        <p:spPr>
          <a:xfrm flipH="1">
            <a:off x="1848051" y="5438274"/>
            <a:ext cx="1491915" cy="77002"/>
          </a:xfrm>
          <a:prstGeom prst="straightConnector1">
            <a:avLst/>
          </a:prstGeom>
          <a:ln w="412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428631-B26E-A3F7-48AC-A40D5DA3A31F}"/>
              </a:ext>
            </a:extLst>
          </p:cNvPr>
          <p:cNvCxnSpPr>
            <a:cxnSpLocks/>
          </p:cNvCxnSpPr>
          <p:nvPr/>
        </p:nvCxnSpPr>
        <p:spPr>
          <a:xfrm flipH="1">
            <a:off x="2282672" y="5515276"/>
            <a:ext cx="1057294" cy="694138"/>
          </a:xfrm>
          <a:prstGeom prst="straightConnector1">
            <a:avLst/>
          </a:prstGeom>
          <a:ln w="412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859FB7D-94DF-37A8-1FBD-800D5EB17351}"/>
              </a:ext>
            </a:extLst>
          </p:cNvPr>
          <p:cNvSpPr txBox="1"/>
          <p:nvPr/>
        </p:nvSpPr>
        <p:spPr>
          <a:xfrm>
            <a:off x="3368728" y="5345471"/>
            <a:ext cx="15761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b="1" dirty="0"/>
              <a:t>两个必要的环境变量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166301-D77D-B443-2158-F17A78F46921}"/>
              </a:ext>
            </a:extLst>
          </p:cNvPr>
          <p:cNvCxnSpPr>
            <a:cxnSpLocks/>
          </p:cNvCxnSpPr>
          <p:nvPr/>
        </p:nvCxnSpPr>
        <p:spPr>
          <a:xfrm flipH="1" flipV="1">
            <a:off x="3339966" y="5035526"/>
            <a:ext cx="28762" cy="309945"/>
          </a:xfrm>
          <a:prstGeom prst="straightConnector1">
            <a:avLst/>
          </a:prstGeom>
          <a:ln w="412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108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6" y="48569"/>
            <a:ext cx="6064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步骤五：配置工作流的节点参数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2" y="717102"/>
            <a:ext cx="9045379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回到工作流页面，分别配置用户输入节点、知识检索节点、</a:t>
            </a:r>
            <a:r>
              <a:rPr lang="en-US" altLang="zh-CN" b="1" dirty="0"/>
              <a:t>LLM</a:t>
            </a:r>
            <a:r>
              <a:rPr lang="zh-CN" altLang="en-US" b="1" dirty="0"/>
              <a:t>节点的参数</a:t>
            </a:r>
            <a:endParaRPr lang="en-US" altLang="zh-C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24FAA7-45D5-7839-7FBF-49B9556E3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205" y="1854200"/>
            <a:ext cx="4940300" cy="3149600"/>
          </a:xfrm>
          <a:prstGeom prst="rect">
            <a:avLst/>
          </a:prstGeom>
          <a:effectLst>
            <a:outerShdw blurRad="50800" dist="38100" dir="918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D7C9FA-09E6-D8C5-9235-B90E016ED574}"/>
              </a:ext>
            </a:extLst>
          </p:cNvPr>
          <p:cNvSpPr txBox="1"/>
          <p:nvPr/>
        </p:nvSpPr>
        <p:spPr>
          <a:xfrm>
            <a:off x="6681916" y="1745198"/>
            <a:ext cx="2867146" cy="8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输出节点</a:t>
            </a:r>
            <a:endParaRPr lang="en-US" altLang="zh-CN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dirty="0"/>
              <a:t>设置输出变量</a:t>
            </a:r>
          </a:p>
        </p:txBody>
      </p:sp>
    </p:spTree>
    <p:extLst>
      <p:ext uri="{BB962C8B-B14F-4D97-AF65-F5344CB8AC3E}">
        <p14:creationId xmlns:p14="http://schemas.microsoft.com/office/powerpoint/2010/main" val="2723287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7">
            <a:extLst>
              <a:ext uri="{FF2B5EF4-FFF2-40B4-BE49-F238E27FC236}">
                <a16:creationId xmlns:a16="http://schemas.microsoft.com/office/drawing/2014/main" id="{D937A61E-269F-088C-4A59-E17B8C278A0B}"/>
              </a:ext>
            </a:extLst>
          </p:cNvPr>
          <p:cNvSpPr txBox="1"/>
          <p:nvPr/>
        </p:nvSpPr>
        <p:spPr>
          <a:xfrm>
            <a:off x="31356" y="48569"/>
            <a:ext cx="6064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步骤六：测试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Agent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对话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A1987-9621-1193-8CFC-5D59B4073DC6}"/>
              </a:ext>
            </a:extLst>
          </p:cNvPr>
          <p:cNvSpPr txBox="1"/>
          <p:nvPr/>
        </p:nvSpPr>
        <p:spPr>
          <a:xfrm>
            <a:off x="2190307" y="6485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0761E-3EC7-B3F5-3B9D-971E89986493}"/>
              </a:ext>
            </a:extLst>
          </p:cNvPr>
          <p:cNvSpPr txBox="1"/>
          <p:nvPr/>
        </p:nvSpPr>
        <p:spPr>
          <a:xfrm>
            <a:off x="503682" y="717102"/>
            <a:ext cx="9045379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测试运行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用户输入提示词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模型检索知识库，并且根据检索结果回答</a:t>
            </a:r>
            <a:endParaRPr lang="en-US" altLang="zh-C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4818C-187D-E19F-8DD0-217DD36BE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022" y="772433"/>
            <a:ext cx="3706771" cy="60369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6412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4738</TotalTime>
  <Words>388</Words>
  <Application>Microsoft Macintosh PowerPoint</Application>
  <PresentationFormat>Widescreen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等线</vt:lpstr>
      <vt:lpstr>微软雅黑</vt:lpstr>
      <vt:lpstr>ui-sans-serif</vt:lpstr>
      <vt:lpstr>Arial</vt:lpstr>
      <vt:lpstr>Calibri</vt:lpstr>
      <vt:lpstr>Calibri Light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Smith Rex</dc:creator>
  <cp:lastModifiedBy>Joey Z</cp:lastModifiedBy>
  <cp:revision>793</cp:revision>
  <dcterms:created xsi:type="dcterms:W3CDTF">2024-08-07T11:30:59Z</dcterms:created>
  <dcterms:modified xsi:type="dcterms:W3CDTF">2026-01-10T09:00:52Z</dcterms:modified>
</cp:coreProperties>
</file>