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314" r:id="rId2"/>
    <p:sldId id="10354" r:id="rId3"/>
    <p:sldId id="10361" r:id="rId4"/>
    <p:sldId id="10367" r:id="rId5"/>
    <p:sldId id="10381" r:id="rId6"/>
    <p:sldId id="10400" r:id="rId7"/>
    <p:sldId id="10362" r:id="rId8"/>
    <p:sldId id="10382" r:id="rId9"/>
    <p:sldId id="260" r:id="rId10"/>
    <p:sldId id="10369" r:id="rId11"/>
    <p:sldId id="10383" r:id="rId12"/>
    <p:sldId id="10384" r:id="rId13"/>
    <p:sldId id="10380" r:id="rId14"/>
    <p:sldId id="10364" r:id="rId15"/>
    <p:sldId id="10373" r:id="rId16"/>
    <p:sldId id="10385" r:id="rId17"/>
    <p:sldId id="10377" r:id="rId18"/>
    <p:sldId id="10376" r:id="rId19"/>
    <p:sldId id="10363" r:id="rId20"/>
    <p:sldId id="10386" r:id="rId21"/>
    <p:sldId id="10401" r:id="rId22"/>
    <p:sldId id="10387" r:id="rId23"/>
    <p:sldId id="10389" r:id="rId24"/>
    <p:sldId id="10372" r:id="rId25"/>
    <p:sldId id="10353" r:id="rId26"/>
    <p:sldId id="10391" r:id="rId27"/>
    <p:sldId id="10392" r:id="rId28"/>
    <p:sldId id="10399" r:id="rId29"/>
    <p:sldId id="10320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7"/>
            <p14:sldId id="10381"/>
            <p14:sldId id="10400"/>
          </p14:sldIdLst>
        </p14:section>
        <p14:section name="第二节" id="{3878EE42-64CB-7341-ACAD-31EAB31AC43E}">
          <p14:sldIdLst>
            <p14:sldId id="10362"/>
            <p14:sldId id="10382"/>
            <p14:sldId id="260"/>
            <p14:sldId id="10369"/>
            <p14:sldId id="10383"/>
            <p14:sldId id="10384"/>
            <p14:sldId id="10380"/>
          </p14:sldIdLst>
        </p14:section>
        <p14:section name="第三节" id="{DA0693EE-3C4C-A948-AE50-6EE902EED0CB}">
          <p14:sldIdLst>
            <p14:sldId id="10364"/>
            <p14:sldId id="10373"/>
            <p14:sldId id="10385"/>
            <p14:sldId id="10377"/>
            <p14:sldId id="10376"/>
          </p14:sldIdLst>
        </p14:section>
        <p14:section name="第四节" id="{743B3694-8775-E54A-B449-7D69E8BA2971}">
          <p14:sldIdLst>
            <p14:sldId id="10363"/>
            <p14:sldId id="10386"/>
            <p14:sldId id="10401"/>
            <p14:sldId id="10387"/>
            <p14:sldId id="10389"/>
            <p14:sldId id="10372"/>
          </p14:sldIdLst>
        </p14:section>
        <p14:section name="总结" id="{BEF27FA2-F71C-194E-BD4E-FCE88338B7C2}">
          <p14:sldIdLst>
            <p14:sldId id="10353"/>
            <p14:sldId id="10391"/>
            <p14:sldId id="10392"/>
            <p14:sldId id="10399"/>
            <p14:sldId id="1032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1D5"/>
    <a:srgbClr val="000000"/>
    <a:srgbClr val="D73C1E"/>
    <a:srgbClr val="B61516"/>
    <a:srgbClr val="070707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62" autoAdjust="0"/>
    <p:restoredTop sz="89457" autoAdjust="0"/>
  </p:normalViewPr>
  <p:slideViewPr>
    <p:cSldViewPr snapToGrid="0">
      <p:cViewPr varScale="1">
        <p:scale>
          <a:sx n="107" d="100"/>
          <a:sy n="107" d="100"/>
        </p:scale>
        <p:origin x="538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2952"/>
    </p:cViewPr>
  </p:sorterViewPr>
  <p:notesViewPr>
    <p:cSldViewPr snapToGrid="0">
      <p:cViewPr varScale="1">
        <p:scale>
          <a:sx n="70" d="100"/>
          <a:sy n="70" d="100"/>
        </p:scale>
        <p:origin x="2547" y="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5FE79F7C-34C1-4D7C-817B-EE84AA9B9D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4CCCD9A-3D9D-46B9-A7E5-33ABED3108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476995-7265-45E8-A9DD-3334EEF1A35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2AAC71-1D78-4F24-A075-206709D73DC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2669D59-F476-40E4-B116-1ECC46950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97389-2A4A-4819-AAE4-803C352583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3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22974-D3CE-004F-808E-E43BDBA07C0F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1051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CC463-F816-7CC6-CE64-F77F30460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06F7C468-C581-547B-8871-BEEC3FAE2CD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953ACA-34F1-418E-A1E7-028F18F1A691}" type="slidenum">
              <a:rPr lang="en-US" altLang="en-US"/>
              <a:pPr/>
              <a:t>20</a:t>
            </a:fld>
            <a:endParaRPr lang="en-US" altLang="en-US"/>
          </a:p>
        </p:txBody>
      </p:sp>
      <p:sp>
        <p:nvSpPr>
          <p:cNvPr id="172034" name="Rectangle 2">
            <a:extLst>
              <a:ext uri="{FF2B5EF4-FFF2-40B4-BE49-F238E27FC236}">
                <a16:creationId xmlns:a16="http://schemas.microsoft.com/office/drawing/2014/main" id="{4EA6FEB6-0EC2-37F7-EBBE-0AE1EE6AE0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C224A8C5-9C3A-1D22-DBD1-6AD6940033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9542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430E-8366-FF1F-81FA-30126B95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E3EA242B-4701-B4F1-67FF-39F63CA9F2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21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D0CED28A-2523-A6E6-8C8C-7FB6834A6C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0F9B25FB-BACA-F9A0-F272-F6EEFAEE48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415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430E-8366-FF1F-81FA-30126B95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E3EA242B-4701-B4F1-67FF-39F63CA9F2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22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D0CED28A-2523-A6E6-8C8C-7FB6834A6C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0F9B25FB-BACA-F9A0-F272-F6EEFAEE48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415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FFBE-6063-1051-9418-9BD3ACC8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4FF6E82E-16B6-9544-DF0F-7B91895DE6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23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3DD6CA4B-A3A1-A0EA-F4FA-43933411F0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EC0314F0-C072-08E4-F03B-4DC5BACE00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9210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/xx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8.png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220.png"/><Relationship Id="rId12" Type="http://schemas.openxmlformats.org/officeDocument/2006/relationships/image" Target="../media/image27.png"/><Relationship Id="rId2" Type="http://schemas.openxmlformats.org/officeDocument/2006/relationships/video" Target="../media/media1.mp4"/><Relationship Id="rId16" Type="http://schemas.openxmlformats.org/officeDocument/2006/relationships/image" Target="../media/image31.png"/><Relationship Id="rId1" Type="http://schemas.microsoft.com/office/2007/relationships/media" Target="../media/media1.mp4"/><Relationship Id="rId6" Type="http://schemas.openxmlformats.org/officeDocument/2006/relationships/image" Target="../media/image25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5" Type="http://schemas.openxmlformats.org/officeDocument/2006/relationships/image" Target="../media/image30.png"/><Relationship Id="rId10" Type="http://schemas.openxmlformats.org/officeDocument/2006/relationships/image" Target="../media/image250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240.png"/><Relationship Id="rId1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png"/><Relationship Id="rId5" Type="http://schemas.openxmlformats.org/officeDocument/2006/relationships/image" Target="../media/image410.png"/><Relationship Id="rId4" Type="http://schemas.openxmlformats.org/officeDocument/2006/relationships/image" Target="../media/image40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9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30.png"/><Relationship Id="rId4" Type="http://schemas.openxmlformats.org/officeDocument/2006/relationships/image" Target="../media/image5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9.gif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监督学习</a:t>
            </a:r>
            <a:endParaRPr lang="en-CN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E345D47-C3D0-4DDE-607E-CCAD4772F9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8913" y="4768620"/>
            <a:ext cx="6394174" cy="1542970"/>
          </a:xfrm>
        </p:spPr>
        <p:txBody>
          <a:bodyPr>
            <a:normAutofit fontScale="85000" lnSpcReduction="20000"/>
          </a:bodyPr>
          <a:lstStyle/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2026年2月23日星期一</a:t>
            </a:fld>
            <a:endParaRPr lang="en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三、决策树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08A42F-B707-4198-8CD4-728FA745AFA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5BC17B4-76D8-D4D3-AF65-C3B4BB358051}"/>
              </a:ext>
            </a:extLst>
          </p:cNvPr>
          <p:cNvSpPr txBox="1"/>
          <p:nvPr/>
        </p:nvSpPr>
        <p:spPr>
          <a:xfrm>
            <a:off x="103415" y="5917096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主要贡献：周栋焯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CF77-DE99-DC11-051C-FB904504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D9D3C0-EDB8-4AAF-2B3F-E6749FA06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40292C-5862-EFFE-E5EB-AE58647A1A6A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D08AAD-DB64-233F-B261-17888E60FD5F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AE68E6-48BB-A9E4-BA27-9BB1516032EE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</a:t>
            </a:r>
            <a:r>
              <a:rPr lang="zh-CN" altLang="en-US" dirty="0"/>
              <a:t>、</a:t>
            </a:r>
            <a:r>
              <a:rPr lang="zh-CN" altLang="en-US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6DC2CF-B859-4396-68EC-C299B6695DFA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01092D6-96B8-44DE-A101-D07EBCDCD65A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47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机器学习可以做什么？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A08AC-3620-3313-40E1-9D695F7D5D9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p"/>
            </a:pPr>
            <a:r>
              <a:rPr lang="zh-CN" altLang="en-US" b="1" dirty="0">
                <a:solidFill>
                  <a:srgbClr val="002B7F"/>
                </a:solidFill>
              </a:rPr>
              <a:t>机器学习（</a:t>
            </a:r>
            <a:r>
              <a:rPr lang="en-US" altLang="zh-CN" b="1" i="0" dirty="0">
                <a:solidFill>
                  <a:srgbClr val="002B7F"/>
                </a:solidFill>
                <a:effectLst/>
              </a:rPr>
              <a:t>Machine Learning</a:t>
            </a:r>
            <a:r>
              <a:rPr lang="en-US" altLang="zh-CN" b="1" dirty="0">
                <a:solidFill>
                  <a:srgbClr val="002B7F"/>
                </a:solidFill>
              </a:rPr>
              <a:t>,</a:t>
            </a:r>
            <a:r>
              <a:rPr lang="zh-CN" altLang="en-US" b="1" dirty="0">
                <a:solidFill>
                  <a:srgbClr val="002B7F"/>
                </a:solidFill>
              </a:rPr>
              <a:t> </a:t>
            </a:r>
            <a:r>
              <a:rPr lang="en-US" altLang="zh-CN" b="1" dirty="0">
                <a:solidFill>
                  <a:srgbClr val="002B7F"/>
                </a:solidFill>
              </a:rPr>
              <a:t>ML</a:t>
            </a:r>
            <a:r>
              <a:rPr lang="zh-CN" altLang="en-US" b="1" dirty="0">
                <a:solidFill>
                  <a:srgbClr val="002B7F"/>
                </a:solidFill>
              </a:rPr>
              <a:t>）</a:t>
            </a:r>
            <a:r>
              <a:rPr lang="zh-CN" altLang="en-US" dirty="0"/>
              <a:t>是实现人工智能常用的途径之一。</a:t>
            </a:r>
            <a:br>
              <a:rPr lang="en-US" altLang="zh-CN" dirty="0"/>
            </a:br>
            <a:r>
              <a:rPr lang="zh-CN" altLang="en-US" b="0" i="0" dirty="0">
                <a:solidFill>
                  <a:srgbClr val="202122"/>
                </a:solidFill>
                <a:effectLst/>
              </a:rPr>
              <a:t>机器学习算法是一类从</a:t>
            </a:r>
            <a:r>
              <a:rPr lang="zh-CN" altLang="en-US" b="0" i="0" u="none" strike="noStrike" dirty="0">
                <a:effectLst/>
              </a:rPr>
              <a:t>数据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中自动分析获得</a:t>
            </a:r>
            <a:r>
              <a:rPr lang="zh-CN" altLang="en-US" b="0" i="0" u="none" strike="noStrike" dirty="0">
                <a:effectLst/>
              </a:rPr>
              <a:t>规律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，并利用规律对未知数据进行预测的算法</a:t>
            </a:r>
            <a:r>
              <a:rPr lang="zh-CN" altLang="en-US" b="0" dirty="0">
                <a:solidFill>
                  <a:srgbClr val="202122"/>
                </a:solidFill>
              </a:rPr>
              <a:t>，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例如：</a:t>
            </a:r>
            <a:endParaRPr lang="en-US" altLang="zh-CN" dirty="0">
              <a:solidFill>
                <a:srgbClr val="202122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70771" y="2349747"/>
            <a:ext cx="3022429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数据降维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聚类方法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异常检测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11">
            <a:extLst>
              <a:ext uri="{FF2B5EF4-FFF2-40B4-BE49-F238E27FC236}">
                <a16:creationId xmlns:a16="http://schemas.microsoft.com/office/drawing/2014/main" id="{0841108E-BFA3-25D9-AAF4-07DA71CDA919}"/>
              </a:ext>
            </a:extLst>
          </p:cNvPr>
          <p:cNvSpPr txBox="1"/>
          <p:nvPr/>
        </p:nvSpPr>
        <p:spPr>
          <a:xfrm>
            <a:off x="8167094" y="2349747"/>
            <a:ext cx="3145140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高效采样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最优决策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环境探索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266BFC-B9EE-48C7-7C92-A94BABF9CD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35CD32-35B8-2C49-6533-6774B0F9D17B}"/>
              </a:ext>
            </a:extLst>
          </p:cNvPr>
          <p:cNvSpPr txBox="1"/>
          <p:nvPr/>
        </p:nvSpPr>
        <p:spPr>
          <a:xfrm>
            <a:off x="1374448" y="2349747"/>
            <a:ext cx="3022429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线性回归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数据分类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序列预测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98BBB-11F2-A723-0057-F2B6F73BF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BD5B41-CA31-7A17-A8D3-7AA91688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监督学习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54A02-EE7E-7484-3B77-6119852D1A1D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基本问题</a:t>
            </a:r>
            <a:r>
              <a:rPr lang="zh-CN" altLang="en-US" dirty="0"/>
              <a:t>：分类问题 </a:t>
            </a:r>
            <a:r>
              <a:rPr lang="en-US" altLang="zh-CN" dirty="0"/>
              <a:t>&amp; 回归问题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602217-1683-B384-27AB-9E5A00FF6F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7BD5E5F7-9857-85F5-21A7-C346E626B9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8500" b="62167" l="25400" r="36400">
                        <a14:foregroundMark x1="25400" y1="46833" x2="25400" y2="46833"/>
                        <a14:foregroundMark x1="29400" y1="49833" x2="29400" y2="49833"/>
                        <a14:backgroundMark x1="29667" y1="43000" x2="29667" y2="43000"/>
                        <a14:backgroundMark x1="28733" y1="41000" x2="33067" y2="44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236" t="35588" r="62222" b="34725"/>
          <a:stretch/>
        </p:blipFill>
        <p:spPr bwMode="auto">
          <a:xfrm>
            <a:off x="8136464" y="1794159"/>
            <a:ext cx="165100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>
            <a:extLst>
              <a:ext uri="{FF2B5EF4-FFF2-40B4-BE49-F238E27FC236}">
                <a16:creationId xmlns:a16="http://schemas.microsoft.com/office/drawing/2014/main" id="{3F60EA44-6FF3-7E16-422A-C79714D7C8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8299" b="62743" l="63604" r="74104">
                        <a14:foregroundMark x1="63800" y1="39667" x2="63800" y2="39667"/>
                        <a14:foregroundMark x1="65867" y1="55833" x2="65867" y2="55833"/>
                        <a14:foregroundMark x1="68333" y1="58167" x2="68333" y2="58167"/>
                        <a14:foregroundMark x1="69800" y1="53333" x2="69800" y2="53333"/>
                        <a14:foregroundMark x1="72333" y1="54167" x2="72333" y2="54167"/>
                        <a14:foregroundMark x1="73467" y1="46833" x2="73467" y2="46833"/>
                        <a14:foregroundMark x1="72533" y1="40167" x2="72533" y2="40167"/>
                        <a14:foregroundMark x1="70933" y1="44500" x2="70933" y2="44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292" t="35243" r="24583" b="34201"/>
          <a:stretch/>
        </p:blipFill>
        <p:spPr bwMode="auto">
          <a:xfrm>
            <a:off x="2290234" y="1794159"/>
            <a:ext cx="1600200" cy="1490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3A77B6FF-02B8-5BC5-DC36-BDAE9BF459FF}"/>
              </a:ext>
            </a:extLst>
          </p:cNvPr>
          <p:cNvSpPr txBox="1"/>
          <p:nvPr/>
        </p:nvSpPr>
        <p:spPr>
          <a:xfrm>
            <a:off x="1524001" y="3312271"/>
            <a:ext cx="313266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</a:rPr>
              <a:t>分类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预测非连续的、离散的数据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2F103C-A290-C691-851A-2F516A07D6F4}"/>
              </a:ext>
            </a:extLst>
          </p:cNvPr>
          <p:cNvSpPr txBox="1"/>
          <p:nvPr/>
        </p:nvSpPr>
        <p:spPr>
          <a:xfrm>
            <a:off x="7395631" y="3312270"/>
            <a:ext cx="313266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</a:rPr>
              <a:t>回归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预测连续的、具体的数据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56A6D-25D1-0364-1EDA-B943933F89D0}"/>
                  </a:ext>
                </a:extLst>
              </p:cNvPr>
              <p:cNvSpPr txBox="1"/>
              <p:nvPr/>
            </p:nvSpPr>
            <p:spPr>
              <a:xfrm>
                <a:off x="1524000" y="4104908"/>
                <a:ext cx="3522133" cy="1942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输入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 or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1,2,…,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误差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≠</m:t>
                            </m:r>
                            <m:sSub>
                              <m:sSubPr>
                                <m:ctrlP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56A6D-25D1-0364-1EDA-B943933F8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4104908"/>
                <a:ext cx="3522133" cy="1942648"/>
              </a:xfrm>
              <a:prstGeom prst="rect">
                <a:avLst/>
              </a:prstGeom>
              <a:blipFill>
                <a:blip r:embed="rId5"/>
                <a:stretch>
                  <a:fillRect l="-1730" b="-369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EBCF1B4-BBDB-FF92-3759-1C9AD6D5309E}"/>
                  </a:ext>
                </a:extLst>
              </p:cNvPr>
              <p:cNvSpPr txBox="1"/>
              <p:nvPr/>
            </p:nvSpPr>
            <p:spPr>
              <a:xfrm>
                <a:off x="7230535" y="4104908"/>
                <a:ext cx="3522133" cy="1942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输入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误差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EBCF1B4-BBDB-FF92-3759-1C9AD6D53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0535" y="4104908"/>
                <a:ext cx="3522133" cy="1942648"/>
              </a:xfrm>
              <a:prstGeom prst="rect">
                <a:avLst/>
              </a:prstGeom>
              <a:blipFill>
                <a:blip r:embed="rId6"/>
                <a:stretch>
                  <a:fillRect l="-1730" b="-369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610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2BE08-45B5-A173-6D53-7670D8985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A6FA88-7EBB-4A70-928E-1AA7F638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监督学习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9A8FA2-F41E-217E-F26A-E1C3E7D7185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题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446E59-2C43-1FED-F88D-BC7099C56E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6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3B12225-74D4-17C5-40BA-737BA7264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972532"/>
              </p:ext>
            </p:extLst>
          </p:nvPr>
        </p:nvGraphicFramePr>
        <p:xfrm>
          <a:off x="333632" y="927100"/>
          <a:ext cx="11609172" cy="5334001"/>
        </p:xfrm>
        <a:graphic>
          <a:graphicData uri="http://schemas.openxmlformats.org/drawingml/2006/table">
            <a:tbl>
              <a:tblPr/>
              <a:tblGrid>
                <a:gridCol w="1284145">
                  <a:extLst>
                    <a:ext uri="{9D8B030D-6E8A-4147-A177-3AD203B41FA5}">
                      <a16:colId xmlns:a16="http://schemas.microsoft.com/office/drawing/2014/main" val="1886781907"/>
                    </a:ext>
                  </a:extLst>
                </a:gridCol>
                <a:gridCol w="2557918">
                  <a:extLst>
                    <a:ext uri="{9D8B030D-6E8A-4147-A177-3AD203B41FA5}">
                      <a16:colId xmlns:a16="http://schemas.microsoft.com/office/drawing/2014/main" val="1055528941"/>
                    </a:ext>
                  </a:extLst>
                </a:gridCol>
                <a:gridCol w="3454602">
                  <a:extLst>
                    <a:ext uri="{9D8B030D-6E8A-4147-A177-3AD203B41FA5}">
                      <a16:colId xmlns:a16="http://schemas.microsoft.com/office/drawing/2014/main" val="2479328374"/>
                    </a:ext>
                  </a:extLst>
                </a:gridCol>
                <a:gridCol w="1969849">
                  <a:extLst>
                    <a:ext uri="{9D8B030D-6E8A-4147-A177-3AD203B41FA5}">
                      <a16:colId xmlns:a16="http://schemas.microsoft.com/office/drawing/2014/main" val="1349513873"/>
                    </a:ext>
                  </a:extLst>
                </a:gridCol>
                <a:gridCol w="2342658">
                  <a:extLst>
                    <a:ext uri="{9D8B030D-6E8A-4147-A177-3AD203B41FA5}">
                      <a16:colId xmlns:a16="http://schemas.microsoft.com/office/drawing/2014/main" val="2876101137"/>
                    </a:ext>
                  </a:extLst>
                </a:gridCol>
              </a:tblGrid>
              <a:tr h="35806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算法名称</a:t>
                      </a:r>
                    </a:p>
                  </a:txBody>
                  <a:tcPr marL="52486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任务类型与模型特性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核心思想与适用场景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优点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缺点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46381"/>
                  </a:ext>
                </a:extLst>
              </a:tr>
              <a:tr h="9120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最小二乘法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kern="1200" dirty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回归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全局拟合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最小化预测值与真实值的平方误差，适用于特征与目标呈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线性关系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的连续值预测。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简单、可解释强、计算快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对异常值敏感、要求线性假设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831979"/>
                  </a:ext>
                </a:extLst>
              </a:tr>
              <a:tr h="1050588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逻辑回归模型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概率输出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通过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Sigmoid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函数将线性组合映射为概率，适用于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二分类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问题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，特征与对数几率呈线性关系。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输出概率、可解释、高效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无法直接处理复杂非线性模式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140424"/>
                  </a:ext>
                </a:extLst>
              </a:tr>
              <a:tr h="9120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线性判别分析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生成式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假设各类数据服从相同协方差的正态分布，通过最大化类间差异进行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投影与分类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可自然处理多分类、具降维能力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正态性假设较强、对非线性数据效果有限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731679"/>
                  </a:ext>
                </a:extLst>
              </a:tr>
              <a:tr h="1050588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决策树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/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回归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非参数模型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非线性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树形结构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递归地选择特征进行划分，以最大化“纯度”或最小化误差，适用于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需要直观解释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的非线性问题。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直观、无需特征缩放、能处理非线性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易过拟合、对训练数据敏感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78073"/>
                  </a:ext>
                </a:extLst>
              </a:tr>
              <a:tr h="1050588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支持向量机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/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回归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本质为线性模型，</a:t>
                      </a:r>
                      <a:b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通过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核技巧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处理非线性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寻找使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间隔最大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的超平面，通过核函数隐式映射到高维空间以处理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非线性可分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数据。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泛化能力强、适合小样本高维数据、核技巧灵活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大规模数据训练慢、核函数与参数选择需技巧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078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925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0657-0AAA-570A-1AED-1A189FFBA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08D638-455E-1566-6B50-B306D0C42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BD39ACE-765B-7837-28FF-60FD6CFB3E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250BE-D2BB-7D08-978A-0C052907C32D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4D39C2D-A191-3AD7-DE11-FD01AC26B541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</a:t>
            </a:r>
            <a:r>
              <a:rPr lang="zh-CN" altLang="en-US" dirty="0"/>
              <a:t>、</a:t>
            </a:r>
            <a:r>
              <a:rPr lang="zh-CN" altLang="en-US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5A787-9836-9886-06F6-8E1565A571CF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A421B51-2E34-4748-BF21-2345147DD798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7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026126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E6F2-3C1D-111A-355B-603172471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72BE-50F9-9015-7A82-0D1FB316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DFBD2-FE33-EDB0-4D37-1BC66EF34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E19188D-73CC-7E45-1C41-BCEDCC1FEB91}"/>
                  </a:ext>
                </a:extLst>
              </p:cNvPr>
              <p:cNvSpPr txBox="1"/>
              <p:nvPr/>
            </p:nvSpPr>
            <p:spPr>
              <a:xfrm>
                <a:off x="8253106" y="1621784"/>
                <a:ext cx="3669933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lim>
                          </m:limLow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CN" sz="3200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E19188D-73CC-7E45-1C41-BCEDCC1F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3106" y="1621784"/>
                <a:ext cx="3669933" cy="7305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le 13">
            <a:extLst>
              <a:ext uri="{FF2B5EF4-FFF2-40B4-BE49-F238E27FC236}">
                <a16:creationId xmlns:a16="http://schemas.microsoft.com/office/drawing/2014/main" id="{22480C72-5EA1-AECF-465D-2B3363410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850122"/>
              </p:ext>
            </p:extLst>
          </p:nvPr>
        </p:nvGraphicFramePr>
        <p:xfrm>
          <a:off x="5150321" y="3938966"/>
          <a:ext cx="43938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381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A5FBAEB-FDBA-BABA-8E47-E304936DB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400297"/>
              </p:ext>
            </p:extLst>
          </p:nvPr>
        </p:nvGraphicFramePr>
        <p:xfrm>
          <a:off x="6845033" y="3938966"/>
          <a:ext cx="45049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93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7A18897-349C-8A9B-5428-6BE830317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224960"/>
              </p:ext>
            </p:extLst>
          </p:nvPr>
        </p:nvGraphicFramePr>
        <p:xfrm>
          <a:off x="5949704" y="393361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682063015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7121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3EB549-044E-C4F2-724C-6E7ABF930573}"/>
                  </a:ext>
                </a:extLst>
              </p:cNvPr>
              <p:cNvSpPr txBox="1"/>
              <p:nvPr/>
            </p:nvSpPr>
            <p:spPr>
              <a:xfrm flipH="1">
                <a:off x="6006469" y="3502429"/>
                <a:ext cx="24646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3EB549-044E-C4F2-724C-6E7ABF930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006469" y="3502429"/>
                <a:ext cx="246469" cy="430887"/>
              </a:xfrm>
              <a:prstGeom prst="rect">
                <a:avLst/>
              </a:prstGeom>
              <a:blipFill>
                <a:blip r:embed="rId3"/>
                <a:stretch>
                  <a:fillRect r="-97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9EEBF55-F586-552E-D133-6F81730F51CA}"/>
                  </a:ext>
                </a:extLst>
              </p:cNvPr>
              <p:cNvSpPr txBox="1"/>
              <p:nvPr/>
            </p:nvSpPr>
            <p:spPr>
              <a:xfrm>
                <a:off x="6366889" y="3861029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9EEBF55-F586-552E-D133-6F81730F5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889" y="3861029"/>
                <a:ext cx="3600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0648AB-F4B7-B5A5-49FB-6140C0C6387C}"/>
                  </a:ext>
                </a:extLst>
              </p:cNvPr>
              <p:cNvSpPr txBox="1"/>
              <p:nvPr/>
            </p:nvSpPr>
            <p:spPr>
              <a:xfrm>
                <a:off x="6797723" y="3478200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0648AB-F4B7-B5A5-49FB-6140C0C63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723" y="3478200"/>
                <a:ext cx="439382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AEFA3-4FE9-15D2-22A7-B979FA3862F1}"/>
                  </a:ext>
                </a:extLst>
              </p:cNvPr>
              <p:cNvSpPr txBox="1"/>
              <p:nvPr/>
            </p:nvSpPr>
            <p:spPr>
              <a:xfrm>
                <a:off x="5104852" y="3471445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AEFA3-4FE9-15D2-22A7-B979FA386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852" y="3471445"/>
                <a:ext cx="439382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66FD076-F536-B649-38AE-62A349F71F62}"/>
                  </a:ext>
                </a:extLst>
              </p:cNvPr>
              <p:cNvSpPr txBox="1"/>
              <p:nvPr/>
            </p:nvSpPr>
            <p:spPr>
              <a:xfrm>
                <a:off x="5542570" y="3899422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66FD076-F536-B649-38AE-62A349F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570" y="3899422"/>
                <a:ext cx="36000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ight Arrow 22">
            <a:extLst>
              <a:ext uri="{FF2B5EF4-FFF2-40B4-BE49-F238E27FC236}">
                <a16:creationId xmlns:a16="http://schemas.microsoft.com/office/drawing/2014/main" id="{3F80FC7E-1592-294E-DC0E-E3EC76768F81}"/>
              </a:ext>
            </a:extLst>
          </p:cNvPr>
          <p:cNvSpPr/>
          <p:nvPr/>
        </p:nvSpPr>
        <p:spPr>
          <a:xfrm rot="5400000">
            <a:off x="2304079" y="2351418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086084-92AC-37BA-31FA-F87F2F8CD672}"/>
              </a:ext>
            </a:extLst>
          </p:cNvPr>
          <p:cNvGrpSpPr/>
          <p:nvPr/>
        </p:nvGrpSpPr>
        <p:grpSpPr>
          <a:xfrm>
            <a:off x="171596" y="3096582"/>
            <a:ext cx="3991031" cy="3265884"/>
            <a:chOff x="343697" y="3273447"/>
            <a:chExt cx="3991031" cy="3265884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82C0FA4-D34B-CFE2-5D30-05E3AED5A1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l="25035" t="9411" r="21073" b="10581"/>
            <a:stretch/>
          </p:blipFill>
          <p:spPr>
            <a:xfrm>
              <a:off x="1378021" y="3273447"/>
              <a:ext cx="2956707" cy="29263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747E0D9-4F63-4545-0BEA-1B88C735A5D7}"/>
                    </a:ext>
                  </a:extLst>
                </p:cNvPr>
                <p:cNvSpPr txBox="1"/>
                <p:nvPr/>
              </p:nvSpPr>
              <p:spPr>
                <a:xfrm>
                  <a:off x="2121728" y="6169999"/>
                  <a:ext cx="12961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N" dirty="0"/>
                    <a:t>位移</a:t>
                  </a:r>
                  <a:r>
                    <a:rPr lang="zh-CN" altLang="en-US" dirty="0"/>
                    <a:t>大小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endParaRPr lang="en-CN" i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747E0D9-4F63-4545-0BEA-1B88C735A5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728" y="6169999"/>
                  <a:ext cx="129612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45" t="-14754" b="-180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700C444-7515-030F-C646-6F6EB17E3F92}"/>
                    </a:ext>
                  </a:extLst>
                </p:cNvPr>
                <p:cNvSpPr txBox="1"/>
                <p:nvPr/>
              </p:nvSpPr>
              <p:spPr>
                <a:xfrm>
                  <a:off x="343697" y="4349734"/>
                  <a:ext cx="11079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CN" dirty="0"/>
                    <a:t>弹簧拉力</a:t>
                  </a:r>
                  <a:br>
                    <a:rPr lang="en-US" dirty="0"/>
                  </a:br>
                  <a:r>
                    <a:rPr lang="zh-CN" altLang="en-US" dirty="0"/>
                    <a:t>大小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700C444-7515-030F-C646-6F6EB17E3F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697" y="4349734"/>
                  <a:ext cx="1107996" cy="646331"/>
                </a:xfrm>
                <a:prstGeom prst="rect">
                  <a:avLst/>
                </a:prstGeom>
                <a:blipFill>
                  <a:blip r:embed="rId10"/>
                  <a:stretch>
                    <a:fillRect l="-3846" t="-8491" r="-4396" b="-1132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B286B7F-8D8F-7F20-1590-D59F92F044EF}"/>
              </a:ext>
            </a:extLst>
          </p:cNvPr>
          <p:cNvSpPr txBox="1"/>
          <p:nvPr/>
        </p:nvSpPr>
        <p:spPr>
          <a:xfrm>
            <a:off x="484054" y="1050273"/>
            <a:ext cx="10575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tx2"/>
                </a:solidFill>
              </a:rPr>
              <a:t>大学物理实验课</a:t>
            </a:r>
            <a:r>
              <a:rPr lang="zh-CN" altLang="en-US" dirty="0">
                <a:solidFill>
                  <a:schemeClr val="tx2"/>
                </a:solidFill>
              </a:rPr>
              <a:t>，测量轻质弹簧拉力与弹簧伸长位移的关系，以验证胡克定律，并测算弹簧弹性系数。</a:t>
            </a:r>
            <a:endParaRPr lang="en-CN" dirty="0">
              <a:solidFill>
                <a:schemeClr val="tx2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ED359B1-795A-BEA5-FFE0-39759FA7BB60}"/>
              </a:ext>
            </a:extLst>
          </p:cNvPr>
          <p:cNvGrpSpPr/>
          <p:nvPr/>
        </p:nvGrpSpPr>
        <p:grpSpPr>
          <a:xfrm>
            <a:off x="944910" y="1576728"/>
            <a:ext cx="3284031" cy="871279"/>
            <a:chOff x="6669149" y="116259"/>
            <a:chExt cx="2269553" cy="63030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6DE116D-DFB5-CBBF-B73B-36EA73949A1F}"/>
                </a:ext>
              </a:extLst>
            </p:cNvPr>
            <p:cNvSpPr/>
            <p:nvPr/>
          </p:nvSpPr>
          <p:spPr>
            <a:xfrm>
              <a:off x="8258713" y="121106"/>
              <a:ext cx="378826" cy="378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BD64754-5DFA-82B0-5AF5-7CB779DE0337}"/>
                </a:ext>
              </a:extLst>
            </p:cNvPr>
            <p:cNvGrpSpPr/>
            <p:nvPr/>
          </p:nvGrpSpPr>
          <p:grpSpPr>
            <a:xfrm>
              <a:off x="6669149" y="116259"/>
              <a:ext cx="2269553" cy="630308"/>
              <a:chOff x="6758940" y="691048"/>
              <a:chExt cx="2269553" cy="630308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62F6E08-96C6-81E5-4E3C-E6E778E54902}"/>
                  </a:ext>
                </a:extLst>
              </p:cNvPr>
              <p:cNvSpPr/>
              <p:nvPr/>
            </p:nvSpPr>
            <p:spPr>
              <a:xfrm>
                <a:off x="6758940" y="1076366"/>
                <a:ext cx="2269553" cy="2449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721FBE4E-AE3C-1D66-DF73-6BC997AA0A8B}"/>
                  </a:ext>
                </a:extLst>
              </p:cNvPr>
              <p:cNvSpPr/>
              <p:nvPr/>
            </p:nvSpPr>
            <p:spPr>
              <a:xfrm>
                <a:off x="6758940" y="691048"/>
                <a:ext cx="175260" cy="37882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02754D0-DB6F-46E6-EF2D-F5151D3E5A4E}"/>
                </a:ext>
              </a:extLst>
            </p:cNvPr>
            <p:cNvCxnSpPr>
              <a:cxnSpLocks/>
              <a:stCxn id="33" idx="3"/>
              <a:endCxn id="30" idx="1"/>
            </p:cNvCxnSpPr>
            <p:nvPr/>
          </p:nvCxnSpPr>
          <p:spPr>
            <a:xfrm>
              <a:off x="6844409" y="305672"/>
              <a:ext cx="1414304" cy="484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84E1719-E5EB-97AE-F46A-D1A00FEEC3C2}"/>
                </a:ext>
              </a:extLst>
            </p:cNvPr>
            <p:cNvSpPr/>
            <p:nvPr/>
          </p:nvSpPr>
          <p:spPr>
            <a:xfrm>
              <a:off x="7118209" y="213187"/>
              <a:ext cx="791178" cy="184969"/>
            </a:xfrm>
            <a:custGeom>
              <a:avLst/>
              <a:gdLst>
                <a:gd name="connsiteX0" fmla="*/ 0 w 1577782"/>
                <a:gd name="connsiteY0" fmla="*/ 152400 h 184969"/>
                <a:gd name="connsiteX1" fmla="*/ 22860 w 1577782"/>
                <a:gd name="connsiteY1" fmla="*/ 38100 h 184969"/>
                <a:gd name="connsiteX2" fmla="*/ 30480 w 1577782"/>
                <a:gd name="connsiteY2" fmla="*/ 15240 h 184969"/>
                <a:gd name="connsiteX3" fmla="*/ 53340 w 1577782"/>
                <a:gd name="connsiteY3" fmla="*/ 0 h 184969"/>
                <a:gd name="connsiteX4" fmla="*/ 99060 w 1577782"/>
                <a:gd name="connsiteY4" fmla="*/ 30480 h 184969"/>
                <a:gd name="connsiteX5" fmla="*/ 114300 w 1577782"/>
                <a:gd name="connsiteY5" fmla="*/ 76200 h 184969"/>
                <a:gd name="connsiteX6" fmla="*/ 106680 w 1577782"/>
                <a:gd name="connsiteY6" fmla="*/ 144780 h 184969"/>
                <a:gd name="connsiteX7" fmla="*/ 99060 w 1577782"/>
                <a:gd name="connsiteY7" fmla="*/ 167640 h 184969"/>
                <a:gd name="connsiteX8" fmla="*/ 76200 w 1577782"/>
                <a:gd name="connsiteY8" fmla="*/ 175260 h 184969"/>
                <a:gd name="connsiteX9" fmla="*/ 68580 w 1577782"/>
                <a:gd name="connsiteY9" fmla="*/ 53340 h 184969"/>
                <a:gd name="connsiteX10" fmla="*/ 76200 w 1577782"/>
                <a:gd name="connsiteY10" fmla="*/ 30480 h 184969"/>
                <a:gd name="connsiteX11" fmla="*/ 121920 w 1577782"/>
                <a:gd name="connsiteY11" fmla="*/ 0 h 184969"/>
                <a:gd name="connsiteX12" fmla="*/ 175260 w 1577782"/>
                <a:gd name="connsiteY12" fmla="*/ 22860 h 184969"/>
                <a:gd name="connsiteX13" fmla="*/ 190500 w 1577782"/>
                <a:gd name="connsiteY13" fmla="*/ 68580 h 184969"/>
                <a:gd name="connsiteX14" fmla="*/ 182880 w 1577782"/>
                <a:gd name="connsiteY14" fmla="*/ 129540 h 184969"/>
                <a:gd name="connsiteX15" fmla="*/ 167640 w 1577782"/>
                <a:gd name="connsiteY15" fmla="*/ 152400 h 184969"/>
                <a:gd name="connsiteX16" fmla="*/ 152400 w 1577782"/>
                <a:gd name="connsiteY16" fmla="*/ 106680 h 184969"/>
                <a:gd name="connsiteX17" fmla="*/ 160020 w 1577782"/>
                <a:gd name="connsiteY17" fmla="*/ 45720 h 184969"/>
                <a:gd name="connsiteX18" fmla="*/ 167640 w 1577782"/>
                <a:gd name="connsiteY18" fmla="*/ 22860 h 184969"/>
                <a:gd name="connsiteX19" fmla="*/ 213360 w 1577782"/>
                <a:gd name="connsiteY19" fmla="*/ 7620 h 184969"/>
                <a:gd name="connsiteX20" fmla="*/ 236220 w 1577782"/>
                <a:gd name="connsiteY20" fmla="*/ 0 h 184969"/>
                <a:gd name="connsiteX21" fmla="*/ 259080 w 1577782"/>
                <a:gd name="connsiteY21" fmla="*/ 7620 h 184969"/>
                <a:gd name="connsiteX22" fmla="*/ 281940 w 1577782"/>
                <a:gd name="connsiteY22" fmla="*/ 53340 h 184969"/>
                <a:gd name="connsiteX23" fmla="*/ 274320 w 1577782"/>
                <a:gd name="connsiteY23" fmla="*/ 152400 h 184969"/>
                <a:gd name="connsiteX24" fmla="*/ 251460 w 1577782"/>
                <a:gd name="connsiteY24" fmla="*/ 167640 h 184969"/>
                <a:gd name="connsiteX25" fmla="*/ 228600 w 1577782"/>
                <a:gd name="connsiteY25" fmla="*/ 152400 h 184969"/>
                <a:gd name="connsiteX26" fmla="*/ 220980 w 1577782"/>
                <a:gd name="connsiteY26" fmla="*/ 129540 h 184969"/>
                <a:gd name="connsiteX27" fmla="*/ 228600 w 1577782"/>
                <a:gd name="connsiteY27" fmla="*/ 68580 h 184969"/>
                <a:gd name="connsiteX28" fmla="*/ 236220 w 1577782"/>
                <a:gd name="connsiteY28" fmla="*/ 45720 h 184969"/>
                <a:gd name="connsiteX29" fmla="*/ 259080 w 1577782"/>
                <a:gd name="connsiteY29" fmla="*/ 38100 h 184969"/>
                <a:gd name="connsiteX30" fmla="*/ 312420 w 1577782"/>
                <a:gd name="connsiteY30" fmla="*/ 22860 h 184969"/>
                <a:gd name="connsiteX31" fmla="*/ 358140 w 1577782"/>
                <a:gd name="connsiteY31" fmla="*/ 60960 h 184969"/>
                <a:gd name="connsiteX32" fmla="*/ 373380 w 1577782"/>
                <a:gd name="connsiteY32" fmla="*/ 106680 h 184969"/>
                <a:gd name="connsiteX33" fmla="*/ 365760 w 1577782"/>
                <a:gd name="connsiteY33" fmla="*/ 144780 h 184969"/>
                <a:gd name="connsiteX34" fmla="*/ 342900 w 1577782"/>
                <a:gd name="connsiteY34" fmla="*/ 152400 h 184969"/>
                <a:gd name="connsiteX35" fmla="*/ 320040 w 1577782"/>
                <a:gd name="connsiteY35" fmla="*/ 106680 h 184969"/>
                <a:gd name="connsiteX36" fmla="*/ 327660 w 1577782"/>
                <a:gd name="connsiteY36" fmla="*/ 68580 h 184969"/>
                <a:gd name="connsiteX37" fmla="*/ 335280 w 1577782"/>
                <a:gd name="connsiteY37" fmla="*/ 45720 h 184969"/>
                <a:gd name="connsiteX38" fmla="*/ 411480 w 1577782"/>
                <a:gd name="connsiteY38" fmla="*/ 7620 h 184969"/>
                <a:gd name="connsiteX39" fmla="*/ 434340 w 1577782"/>
                <a:gd name="connsiteY39" fmla="*/ 15240 h 184969"/>
                <a:gd name="connsiteX40" fmla="*/ 441960 w 1577782"/>
                <a:gd name="connsiteY40" fmla="*/ 38100 h 184969"/>
                <a:gd name="connsiteX41" fmla="*/ 449580 w 1577782"/>
                <a:gd name="connsiteY41" fmla="*/ 68580 h 184969"/>
                <a:gd name="connsiteX42" fmla="*/ 464820 w 1577782"/>
                <a:gd name="connsiteY42" fmla="*/ 121920 h 184969"/>
                <a:gd name="connsiteX43" fmla="*/ 434340 w 1577782"/>
                <a:gd name="connsiteY43" fmla="*/ 160020 h 184969"/>
                <a:gd name="connsiteX44" fmla="*/ 411480 w 1577782"/>
                <a:gd name="connsiteY44" fmla="*/ 144780 h 184969"/>
                <a:gd name="connsiteX45" fmla="*/ 403860 w 1577782"/>
                <a:gd name="connsiteY45" fmla="*/ 114300 h 184969"/>
                <a:gd name="connsiteX46" fmla="*/ 441960 w 1577782"/>
                <a:gd name="connsiteY46" fmla="*/ 38100 h 184969"/>
                <a:gd name="connsiteX47" fmla="*/ 464820 w 1577782"/>
                <a:gd name="connsiteY47" fmla="*/ 30480 h 184969"/>
                <a:gd name="connsiteX48" fmla="*/ 510540 w 1577782"/>
                <a:gd name="connsiteY48" fmla="*/ 7620 h 184969"/>
                <a:gd name="connsiteX49" fmla="*/ 541020 w 1577782"/>
                <a:gd name="connsiteY49" fmla="*/ 15240 h 184969"/>
                <a:gd name="connsiteX50" fmla="*/ 548640 w 1577782"/>
                <a:gd name="connsiteY50" fmla="*/ 91440 h 184969"/>
                <a:gd name="connsiteX51" fmla="*/ 541020 w 1577782"/>
                <a:gd name="connsiteY51" fmla="*/ 121920 h 184969"/>
                <a:gd name="connsiteX52" fmla="*/ 502920 w 1577782"/>
                <a:gd name="connsiteY52" fmla="*/ 160020 h 184969"/>
                <a:gd name="connsiteX53" fmla="*/ 480060 w 1577782"/>
                <a:gd name="connsiteY53" fmla="*/ 167640 h 184969"/>
                <a:gd name="connsiteX54" fmla="*/ 457200 w 1577782"/>
                <a:gd name="connsiteY54" fmla="*/ 160020 h 184969"/>
                <a:gd name="connsiteX55" fmla="*/ 441960 w 1577782"/>
                <a:gd name="connsiteY55" fmla="*/ 114300 h 184969"/>
                <a:gd name="connsiteX56" fmla="*/ 502920 w 1577782"/>
                <a:gd name="connsiteY56" fmla="*/ 38100 h 184969"/>
                <a:gd name="connsiteX57" fmla="*/ 525780 w 1577782"/>
                <a:gd name="connsiteY57" fmla="*/ 22860 h 184969"/>
                <a:gd name="connsiteX58" fmla="*/ 548640 w 1577782"/>
                <a:gd name="connsiteY58" fmla="*/ 7620 h 184969"/>
                <a:gd name="connsiteX59" fmla="*/ 594360 w 1577782"/>
                <a:gd name="connsiteY59" fmla="*/ 22860 h 184969"/>
                <a:gd name="connsiteX60" fmla="*/ 617220 w 1577782"/>
                <a:gd name="connsiteY60" fmla="*/ 30480 h 184969"/>
                <a:gd name="connsiteX61" fmla="*/ 640080 w 1577782"/>
                <a:gd name="connsiteY61" fmla="*/ 45720 h 184969"/>
                <a:gd name="connsiteX62" fmla="*/ 685800 w 1577782"/>
                <a:gd name="connsiteY62" fmla="*/ 68580 h 184969"/>
                <a:gd name="connsiteX63" fmla="*/ 693420 w 1577782"/>
                <a:gd name="connsiteY63" fmla="*/ 91440 h 184969"/>
                <a:gd name="connsiteX64" fmla="*/ 678180 w 1577782"/>
                <a:gd name="connsiteY64" fmla="*/ 167640 h 184969"/>
                <a:gd name="connsiteX65" fmla="*/ 632460 w 1577782"/>
                <a:gd name="connsiteY65" fmla="*/ 160020 h 184969"/>
                <a:gd name="connsiteX66" fmla="*/ 617220 w 1577782"/>
                <a:gd name="connsiteY66" fmla="*/ 114300 h 184969"/>
                <a:gd name="connsiteX67" fmla="*/ 624840 w 1577782"/>
                <a:gd name="connsiteY67" fmla="*/ 68580 h 184969"/>
                <a:gd name="connsiteX68" fmla="*/ 640080 w 1577782"/>
                <a:gd name="connsiteY68" fmla="*/ 45720 h 184969"/>
                <a:gd name="connsiteX69" fmla="*/ 693420 w 1577782"/>
                <a:gd name="connsiteY69" fmla="*/ 30480 h 184969"/>
                <a:gd name="connsiteX70" fmla="*/ 739140 w 1577782"/>
                <a:gd name="connsiteY70" fmla="*/ 38100 h 184969"/>
                <a:gd name="connsiteX71" fmla="*/ 777240 w 1577782"/>
                <a:gd name="connsiteY71" fmla="*/ 106680 h 184969"/>
                <a:gd name="connsiteX72" fmla="*/ 754380 w 1577782"/>
                <a:gd name="connsiteY72" fmla="*/ 167640 h 184969"/>
                <a:gd name="connsiteX73" fmla="*/ 731520 w 1577782"/>
                <a:gd name="connsiteY73" fmla="*/ 160020 h 184969"/>
                <a:gd name="connsiteX74" fmla="*/ 731520 w 1577782"/>
                <a:gd name="connsiteY74" fmla="*/ 91440 h 184969"/>
                <a:gd name="connsiteX75" fmla="*/ 739140 w 1577782"/>
                <a:gd name="connsiteY75" fmla="*/ 68580 h 184969"/>
                <a:gd name="connsiteX76" fmla="*/ 762000 w 1577782"/>
                <a:gd name="connsiteY76" fmla="*/ 60960 h 184969"/>
                <a:gd name="connsiteX77" fmla="*/ 784860 w 1577782"/>
                <a:gd name="connsiteY77" fmla="*/ 45720 h 184969"/>
                <a:gd name="connsiteX78" fmla="*/ 830580 w 1577782"/>
                <a:gd name="connsiteY78" fmla="*/ 30480 h 184969"/>
                <a:gd name="connsiteX79" fmla="*/ 853440 w 1577782"/>
                <a:gd name="connsiteY79" fmla="*/ 38100 h 184969"/>
                <a:gd name="connsiteX80" fmla="*/ 891540 w 1577782"/>
                <a:gd name="connsiteY80" fmla="*/ 106680 h 184969"/>
                <a:gd name="connsiteX81" fmla="*/ 899160 w 1577782"/>
                <a:gd name="connsiteY81" fmla="*/ 137160 h 184969"/>
                <a:gd name="connsiteX82" fmla="*/ 891540 w 1577782"/>
                <a:gd name="connsiteY82" fmla="*/ 160020 h 184969"/>
                <a:gd name="connsiteX83" fmla="*/ 845820 w 1577782"/>
                <a:gd name="connsiteY83" fmla="*/ 160020 h 184969"/>
                <a:gd name="connsiteX84" fmla="*/ 830580 w 1577782"/>
                <a:gd name="connsiteY84" fmla="*/ 137160 h 184969"/>
                <a:gd name="connsiteX85" fmla="*/ 853440 w 1577782"/>
                <a:gd name="connsiteY85" fmla="*/ 76200 h 184969"/>
                <a:gd name="connsiteX86" fmla="*/ 899160 w 1577782"/>
                <a:gd name="connsiteY86" fmla="*/ 60960 h 184969"/>
                <a:gd name="connsiteX87" fmla="*/ 922020 w 1577782"/>
                <a:gd name="connsiteY87" fmla="*/ 53340 h 184969"/>
                <a:gd name="connsiteX88" fmla="*/ 982980 w 1577782"/>
                <a:gd name="connsiteY88" fmla="*/ 60960 h 184969"/>
                <a:gd name="connsiteX89" fmla="*/ 998220 w 1577782"/>
                <a:gd name="connsiteY89" fmla="*/ 106680 h 184969"/>
                <a:gd name="connsiteX90" fmla="*/ 990600 w 1577782"/>
                <a:gd name="connsiteY90" fmla="*/ 160020 h 184969"/>
                <a:gd name="connsiteX91" fmla="*/ 975360 w 1577782"/>
                <a:gd name="connsiteY91" fmla="*/ 137160 h 184969"/>
                <a:gd name="connsiteX92" fmla="*/ 982980 w 1577782"/>
                <a:gd name="connsiteY92" fmla="*/ 83820 h 184969"/>
                <a:gd name="connsiteX93" fmla="*/ 990600 w 1577782"/>
                <a:gd name="connsiteY93" fmla="*/ 60960 h 184969"/>
                <a:gd name="connsiteX94" fmla="*/ 1036320 w 1577782"/>
                <a:gd name="connsiteY94" fmla="*/ 45720 h 184969"/>
                <a:gd name="connsiteX95" fmla="*/ 1082040 w 1577782"/>
                <a:gd name="connsiteY95" fmla="*/ 53340 h 184969"/>
                <a:gd name="connsiteX96" fmla="*/ 1097280 w 1577782"/>
                <a:gd name="connsiteY96" fmla="*/ 99060 h 184969"/>
                <a:gd name="connsiteX97" fmla="*/ 1089660 w 1577782"/>
                <a:gd name="connsiteY97" fmla="*/ 167640 h 184969"/>
                <a:gd name="connsiteX98" fmla="*/ 1066800 w 1577782"/>
                <a:gd name="connsiteY98" fmla="*/ 160020 h 184969"/>
                <a:gd name="connsiteX99" fmla="*/ 1043940 w 1577782"/>
                <a:gd name="connsiteY99" fmla="*/ 114300 h 184969"/>
                <a:gd name="connsiteX100" fmla="*/ 1066800 w 1577782"/>
                <a:gd name="connsiteY100" fmla="*/ 68580 h 184969"/>
                <a:gd name="connsiteX101" fmla="*/ 1074420 w 1577782"/>
                <a:gd name="connsiteY101" fmla="*/ 45720 h 184969"/>
                <a:gd name="connsiteX102" fmla="*/ 1120140 w 1577782"/>
                <a:gd name="connsiteY102" fmla="*/ 38100 h 184969"/>
                <a:gd name="connsiteX103" fmla="*/ 1181100 w 1577782"/>
                <a:gd name="connsiteY103" fmla="*/ 45720 h 184969"/>
                <a:gd name="connsiteX104" fmla="*/ 1196340 w 1577782"/>
                <a:gd name="connsiteY104" fmla="*/ 68580 h 184969"/>
                <a:gd name="connsiteX105" fmla="*/ 1203960 w 1577782"/>
                <a:gd name="connsiteY105" fmla="*/ 91440 h 184969"/>
                <a:gd name="connsiteX106" fmla="*/ 1226820 w 1577782"/>
                <a:gd name="connsiteY106" fmla="*/ 137160 h 184969"/>
                <a:gd name="connsiteX107" fmla="*/ 1181100 w 1577782"/>
                <a:gd name="connsiteY107" fmla="*/ 144780 h 184969"/>
                <a:gd name="connsiteX108" fmla="*/ 1150620 w 1577782"/>
                <a:gd name="connsiteY108" fmla="*/ 99060 h 184969"/>
                <a:gd name="connsiteX109" fmla="*/ 1181100 w 1577782"/>
                <a:gd name="connsiteY109" fmla="*/ 60960 h 184969"/>
                <a:gd name="connsiteX110" fmla="*/ 1219200 w 1577782"/>
                <a:gd name="connsiteY110" fmla="*/ 30480 h 184969"/>
                <a:gd name="connsiteX111" fmla="*/ 1280160 w 1577782"/>
                <a:gd name="connsiteY111" fmla="*/ 45720 h 184969"/>
                <a:gd name="connsiteX112" fmla="*/ 1295400 w 1577782"/>
                <a:gd name="connsiteY112" fmla="*/ 68580 h 184969"/>
                <a:gd name="connsiteX113" fmla="*/ 1318260 w 1577782"/>
                <a:gd name="connsiteY113" fmla="*/ 83820 h 184969"/>
                <a:gd name="connsiteX114" fmla="*/ 1325880 w 1577782"/>
                <a:gd name="connsiteY114" fmla="*/ 129540 h 184969"/>
                <a:gd name="connsiteX115" fmla="*/ 1303020 w 1577782"/>
                <a:gd name="connsiteY115" fmla="*/ 137160 h 184969"/>
                <a:gd name="connsiteX116" fmla="*/ 1287780 w 1577782"/>
                <a:gd name="connsiteY116" fmla="*/ 114300 h 184969"/>
                <a:gd name="connsiteX117" fmla="*/ 1310640 w 1577782"/>
                <a:gd name="connsiteY117" fmla="*/ 38100 h 184969"/>
                <a:gd name="connsiteX118" fmla="*/ 1356360 w 1577782"/>
                <a:gd name="connsiteY118" fmla="*/ 22860 h 184969"/>
                <a:gd name="connsiteX119" fmla="*/ 1409700 w 1577782"/>
                <a:gd name="connsiteY119" fmla="*/ 45720 h 184969"/>
                <a:gd name="connsiteX120" fmla="*/ 1417320 w 1577782"/>
                <a:gd name="connsiteY120" fmla="*/ 68580 h 184969"/>
                <a:gd name="connsiteX121" fmla="*/ 1432560 w 1577782"/>
                <a:gd name="connsiteY121" fmla="*/ 91440 h 184969"/>
                <a:gd name="connsiteX122" fmla="*/ 1447800 w 1577782"/>
                <a:gd name="connsiteY122" fmla="*/ 137160 h 184969"/>
                <a:gd name="connsiteX123" fmla="*/ 1440180 w 1577782"/>
                <a:gd name="connsiteY123" fmla="*/ 160020 h 184969"/>
                <a:gd name="connsiteX124" fmla="*/ 1409700 w 1577782"/>
                <a:gd name="connsiteY124" fmla="*/ 129540 h 184969"/>
                <a:gd name="connsiteX125" fmla="*/ 1432560 w 1577782"/>
                <a:gd name="connsiteY125" fmla="*/ 76200 h 184969"/>
                <a:gd name="connsiteX126" fmla="*/ 1455420 w 1577782"/>
                <a:gd name="connsiteY126" fmla="*/ 68580 h 184969"/>
                <a:gd name="connsiteX127" fmla="*/ 1516380 w 1577782"/>
                <a:gd name="connsiteY127" fmla="*/ 99060 h 184969"/>
                <a:gd name="connsiteX128" fmla="*/ 1531620 w 1577782"/>
                <a:gd name="connsiteY128" fmla="*/ 144780 h 184969"/>
                <a:gd name="connsiteX129" fmla="*/ 1524000 w 1577782"/>
                <a:gd name="connsiteY129" fmla="*/ 175260 h 184969"/>
                <a:gd name="connsiteX130" fmla="*/ 1501140 w 1577782"/>
                <a:gd name="connsiteY130" fmla="*/ 182880 h 184969"/>
                <a:gd name="connsiteX131" fmla="*/ 1485900 w 1577782"/>
                <a:gd name="connsiteY131" fmla="*/ 137160 h 184969"/>
                <a:gd name="connsiteX132" fmla="*/ 1508760 w 1577782"/>
                <a:gd name="connsiteY132" fmla="*/ 91440 h 184969"/>
                <a:gd name="connsiteX133" fmla="*/ 1531620 w 1577782"/>
                <a:gd name="connsiteY133" fmla="*/ 76200 h 184969"/>
                <a:gd name="connsiteX134" fmla="*/ 1554480 w 1577782"/>
                <a:gd name="connsiteY134" fmla="*/ 68580 h 184969"/>
                <a:gd name="connsiteX135" fmla="*/ 1577340 w 1577782"/>
                <a:gd name="connsiteY135" fmla="*/ 114300 h 184969"/>
                <a:gd name="connsiteX136" fmla="*/ 1577340 w 1577782"/>
                <a:gd name="connsiteY136" fmla="*/ 129540 h 184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</a:cxnLst>
              <a:rect l="l" t="t" r="r" b="b"/>
              <a:pathLst>
                <a:path w="1577782" h="184969">
                  <a:moveTo>
                    <a:pt x="0" y="152400"/>
                  </a:moveTo>
                  <a:cubicBezTo>
                    <a:pt x="6381" y="107731"/>
                    <a:pt x="8163" y="82191"/>
                    <a:pt x="22860" y="38100"/>
                  </a:cubicBezTo>
                  <a:cubicBezTo>
                    <a:pt x="25400" y="30480"/>
                    <a:pt x="25462" y="21512"/>
                    <a:pt x="30480" y="15240"/>
                  </a:cubicBezTo>
                  <a:cubicBezTo>
                    <a:pt x="36201" y="8089"/>
                    <a:pt x="45720" y="5080"/>
                    <a:pt x="53340" y="0"/>
                  </a:cubicBezTo>
                  <a:cubicBezTo>
                    <a:pt x="83678" y="7585"/>
                    <a:pt x="85904" y="880"/>
                    <a:pt x="99060" y="30480"/>
                  </a:cubicBezTo>
                  <a:cubicBezTo>
                    <a:pt x="105584" y="45160"/>
                    <a:pt x="114300" y="76200"/>
                    <a:pt x="114300" y="76200"/>
                  </a:cubicBezTo>
                  <a:cubicBezTo>
                    <a:pt x="111760" y="99060"/>
                    <a:pt x="110461" y="122092"/>
                    <a:pt x="106680" y="144780"/>
                  </a:cubicBezTo>
                  <a:cubicBezTo>
                    <a:pt x="105360" y="152703"/>
                    <a:pt x="104740" y="161960"/>
                    <a:pt x="99060" y="167640"/>
                  </a:cubicBezTo>
                  <a:cubicBezTo>
                    <a:pt x="93380" y="173320"/>
                    <a:pt x="83820" y="172720"/>
                    <a:pt x="76200" y="175260"/>
                  </a:cubicBezTo>
                  <a:cubicBezTo>
                    <a:pt x="55025" y="111735"/>
                    <a:pt x="55965" y="135336"/>
                    <a:pt x="68580" y="53340"/>
                  </a:cubicBezTo>
                  <a:cubicBezTo>
                    <a:pt x="69801" y="45401"/>
                    <a:pt x="70520" y="36160"/>
                    <a:pt x="76200" y="30480"/>
                  </a:cubicBezTo>
                  <a:cubicBezTo>
                    <a:pt x="89152" y="17528"/>
                    <a:pt x="121920" y="0"/>
                    <a:pt x="121920" y="0"/>
                  </a:cubicBezTo>
                  <a:cubicBezTo>
                    <a:pt x="136322" y="3601"/>
                    <a:pt x="165515" y="7268"/>
                    <a:pt x="175260" y="22860"/>
                  </a:cubicBezTo>
                  <a:cubicBezTo>
                    <a:pt x="183774" y="36483"/>
                    <a:pt x="190500" y="68580"/>
                    <a:pt x="190500" y="68580"/>
                  </a:cubicBezTo>
                  <a:cubicBezTo>
                    <a:pt x="187960" y="88900"/>
                    <a:pt x="188268" y="109783"/>
                    <a:pt x="182880" y="129540"/>
                  </a:cubicBezTo>
                  <a:cubicBezTo>
                    <a:pt x="180470" y="138375"/>
                    <a:pt x="174966" y="157895"/>
                    <a:pt x="167640" y="152400"/>
                  </a:cubicBezTo>
                  <a:cubicBezTo>
                    <a:pt x="154789" y="142761"/>
                    <a:pt x="152400" y="106680"/>
                    <a:pt x="152400" y="106680"/>
                  </a:cubicBezTo>
                  <a:cubicBezTo>
                    <a:pt x="154940" y="86360"/>
                    <a:pt x="156357" y="65868"/>
                    <a:pt x="160020" y="45720"/>
                  </a:cubicBezTo>
                  <a:cubicBezTo>
                    <a:pt x="161457" y="37817"/>
                    <a:pt x="161104" y="27529"/>
                    <a:pt x="167640" y="22860"/>
                  </a:cubicBezTo>
                  <a:cubicBezTo>
                    <a:pt x="180712" y="13523"/>
                    <a:pt x="198120" y="12700"/>
                    <a:pt x="213360" y="7620"/>
                  </a:cubicBezTo>
                  <a:lnTo>
                    <a:pt x="236220" y="0"/>
                  </a:lnTo>
                  <a:cubicBezTo>
                    <a:pt x="243840" y="2540"/>
                    <a:pt x="252808" y="2602"/>
                    <a:pt x="259080" y="7620"/>
                  </a:cubicBezTo>
                  <a:cubicBezTo>
                    <a:pt x="272509" y="18363"/>
                    <a:pt x="276920" y="38281"/>
                    <a:pt x="281940" y="53340"/>
                  </a:cubicBezTo>
                  <a:cubicBezTo>
                    <a:pt x="279400" y="86360"/>
                    <a:pt x="282853" y="120401"/>
                    <a:pt x="274320" y="152400"/>
                  </a:cubicBezTo>
                  <a:cubicBezTo>
                    <a:pt x="271960" y="161249"/>
                    <a:pt x="260618" y="167640"/>
                    <a:pt x="251460" y="167640"/>
                  </a:cubicBezTo>
                  <a:cubicBezTo>
                    <a:pt x="242302" y="167640"/>
                    <a:pt x="236220" y="157480"/>
                    <a:pt x="228600" y="152400"/>
                  </a:cubicBezTo>
                  <a:cubicBezTo>
                    <a:pt x="226060" y="144780"/>
                    <a:pt x="220980" y="137572"/>
                    <a:pt x="220980" y="129540"/>
                  </a:cubicBezTo>
                  <a:cubicBezTo>
                    <a:pt x="220980" y="109062"/>
                    <a:pt x="224937" y="88728"/>
                    <a:pt x="228600" y="68580"/>
                  </a:cubicBezTo>
                  <a:cubicBezTo>
                    <a:pt x="230037" y="60677"/>
                    <a:pt x="230540" y="51400"/>
                    <a:pt x="236220" y="45720"/>
                  </a:cubicBezTo>
                  <a:cubicBezTo>
                    <a:pt x="241900" y="40040"/>
                    <a:pt x="251357" y="40307"/>
                    <a:pt x="259080" y="38100"/>
                  </a:cubicBezTo>
                  <a:cubicBezTo>
                    <a:pt x="326057" y="18964"/>
                    <a:pt x="257610" y="41130"/>
                    <a:pt x="312420" y="22860"/>
                  </a:cubicBezTo>
                  <a:cubicBezTo>
                    <a:pt x="349838" y="32215"/>
                    <a:pt x="342644" y="22220"/>
                    <a:pt x="358140" y="60960"/>
                  </a:cubicBezTo>
                  <a:cubicBezTo>
                    <a:pt x="364106" y="75875"/>
                    <a:pt x="373380" y="106680"/>
                    <a:pt x="373380" y="106680"/>
                  </a:cubicBezTo>
                  <a:cubicBezTo>
                    <a:pt x="370840" y="119380"/>
                    <a:pt x="372944" y="134004"/>
                    <a:pt x="365760" y="144780"/>
                  </a:cubicBezTo>
                  <a:cubicBezTo>
                    <a:pt x="361305" y="151463"/>
                    <a:pt x="350358" y="155383"/>
                    <a:pt x="342900" y="152400"/>
                  </a:cubicBezTo>
                  <a:cubicBezTo>
                    <a:pt x="331537" y="147855"/>
                    <a:pt x="323248" y="116303"/>
                    <a:pt x="320040" y="106680"/>
                  </a:cubicBezTo>
                  <a:cubicBezTo>
                    <a:pt x="322580" y="93980"/>
                    <a:pt x="324519" y="81145"/>
                    <a:pt x="327660" y="68580"/>
                  </a:cubicBezTo>
                  <a:cubicBezTo>
                    <a:pt x="329608" y="60788"/>
                    <a:pt x="329600" y="51400"/>
                    <a:pt x="335280" y="45720"/>
                  </a:cubicBezTo>
                  <a:cubicBezTo>
                    <a:pt x="365521" y="15479"/>
                    <a:pt x="377063" y="16224"/>
                    <a:pt x="411480" y="7620"/>
                  </a:cubicBezTo>
                  <a:cubicBezTo>
                    <a:pt x="419100" y="10160"/>
                    <a:pt x="428660" y="9560"/>
                    <a:pt x="434340" y="15240"/>
                  </a:cubicBezTo>
                  <a:cubicBezTo>
                    <a:pt x="440020" y="20920"/>
                    <a:pt x="439753" y="30377"/>
                    <a:pt x="441960" y="38100"/>
                  </a:cubicBezTo>
                  <a:cubicBezTo>
                    <a:pt x="444837" y="48170"/>
                    <a:pt x="446703" y="58510"/>
                    <a:pt x="449580" y="68580"/>
                  </a:cubicBezTo>
                  <a:cubicBezTo>
                    <a:pt x="471444" y="145102"/>
                    <a:pt x="440999" y="26635"/>
                    <a:pt x="464820" y="121920"/>
                  </a:cubicBezTo>
                  <a:cubicBezTo>
                    <a:pt x="460062" y="136194"/>
                    <a:pt x="457318" y="160020"/>
                    <a:pt x="434340" y="160020"/>
                  </a:cubicBezTo>
                  <a:cubicBezTo>
                    <a:pt x="425182" y="160020"/>
                    <a:pt x="419100" y="149860"/>
                    <a:pt x="411480" y="144780"/>
                  </a:cubicBezTo>
                  <a:cubicBezTo>
                    <a:pt x="408940" y="134620"/>
                    <a:pt x="403860" y="124773"/>
                    <a:pt x="403860" y="114300"/>
                  </a:cubicBezTo>
                  <a:cubicBezTo>
                    <a:pt x="403860" y="94279"/>
                    <a:pt x="426767" y="43164"/>
                    <a:pt x="441960" y="38100"/>
                  </a:cubicBezTo>
                  <a:cubicBezTo>
                    <a:pt x="449580" y="35560"/>
                    <a:pt x="457636" y="34072"/>
                    <a:pt x="464820" y="30480"/>
                  </a:cubicBezTo>
                  <a:cubicBezTo>
                    <a:pt x="523906" y="937"/>
                    <a:pt x="453081" y="26773"/>
                    <a:pt x="510540" y="7620"/>
                  </a:cubicBezTo>
                  <a:cubicBezTo>
                    <a:pt x="520700" y="10160"/>
                    <a:pt x="532306" y="9431"/>
                    <a:pt x="541020" y="15240"/>
                  </a:cubicBezTo>
                  <a:cubicBezTo>
                    <a:pt x="568523" y="33575"/>
                    <a:pt x="553044" y="67216"/>
                    <a:pt x="548640" y="91440"/>
                  </a:cubicBezTo>
                  <a:cubicBezTo>
                    <a:pt x="546767" y="101744"/>
                    <a:pt x="545145" y="112294"/>
                    <a:pt x="541020" y="121920"/>
                  </a:cubicBezTo>
                  <a:cubicBezTo>
                    <a:pt x="532707" y="141316"/>
                    <a:pt x="521393" y="150784"/>
                    <a:pt x="502920" y="160020"/>
                  </a:cubicBezTo>
                  <a:cubicBezTo>
                    <a:pt x="495736" y="163612"/>
                    <a:pt x="487680" y="165100"/>
                    <a:pt x="480060" y="167640"/>
                  </a:cubicBezTo>
                  <a:cubicBezTo>
                    <a:pt x="472440" y="165100"/>
                    <a:pt x="461869" y="166556"/>
                    <a:pt x="457200" y="160020"/>
                  </a:cubicBezTo>
                  <a:cubicBezTo>
                    <a:pt x="447863" y="146948"/>
                    <a:pt x="441960" y="114300"/>
                    <a:pt x="441960" y="114300"/>
                  </a:cubicBezTo>
                  <a:cubicBezTo>
                    <a:pt x="462992" y="51204"/>
                    <a:pt x="443834" y="77491"/>
                    <a:pt x="502920" y="38100"/>
                  </a:cubicBezTo>
                  <a:lnTo>
                    <a:pt x="525780" y="22860"/>
                  </a:lnTo>
                  <a:lnTo>
                    <a:pt x="548640" y="7620"/>
                  </a:lnTo>
                  <a:lnTo>
                    <a:pt x="594360" y="22860"/>
                  </a:lnTo>
                  <a:cubicBezTo>
                    <a:pt x="601980" y="25400"/>
                    <a:pt x="610537" y="26025"/>
                    <a:pt x="617220" y="30480"/>
                  </a:cubicBezTo>
                  <a:cubicBezTo>
                    <a:pt x="624840" y="35560"/>
                    <a:pt x="631889" y="41624"/>
                    <a:pt x="640080" y="45720"/>
                  </a:cubicBezTo>
                  <a:cubicBezTo>
                    <a:pt x="703176" y="77268"/>
                    <a:pt x="620286" y="24904"/>
                    <a:pt x="685800" y="68580"/>
                  </a:cubicBezTo>
                  <a:cubicBezTo>
                    <a:pt x="688340" y="76200"/>
                    <a:pt x="693420" y="83408"/>
                    <a:pt x="693420" y="91440"/>
                  </a:cubicBezTo>
                  <a:cubicBezTo>
                    <a:pt x="693420" y="126464"/>
                    <a:pt x="687564" y="139488"/>
                    <a:pt x="678180" y="167640"/>
                  </a:cubicBezTo>
                  <a:cubicBezTo>
                    <a:pt x="662940" y="165100"/>
                    <a:pt x="644087" y="170194"/>
                    <a:pt x="632460" y="160020"/>
                  </a:cubicBezTo>
                  <a:cubicBezTo>
                    <a:pt x="620370" y="149442"/>
                    <a:pt x="617220" y="114300"/>
                    <a:pt x="617220" y="114300"/>
                  </a:cubicBezTo>
                  <a:cubicBezTo>
                    <a:pt x="619760" y="99060"/>
                    <a:pt x="619954" y="83237"/>
                    <a:pt x="624840" y="68580"/>
                  </a:cubicBezTo>
                  <a:cubicBezTo>
                    <a:pt x="627736" y="59892"/>
                    <a:pt x="632929" y="51441"/>
                    <a:pt x="640080" y="45720"/>
                  </a:cubicBezTo>
                  <a:cubicBezTo>
                    <a:pt x="645049" y="41745"/>
                    <a:pt x="691429" y="30978"/>
                    <a:pt x="693420" y="30480"/>
                  </a:cubicBezTo>
                  <a:cubicBezTo>
                    <a:pt x="708660" y="33020"/>
                    <a:pt x="726483" y="29240"/>
                    <a:pt x="739140" y="38100"/>
                  </a:cubicBezTo>
                  <a:cubicBezTo>
                    <a:pt x="761924" y="54049"/>
                    <a:pt x="769157" y="82430"/>
                    <a:pt x="777240" y="106680"/>
                  </a:cubicBezTo>
                  <a:cubicBezTo>
                    <a:pt x="775407" y="115843"/>
                    <a:pt x="771442" y="160815"/>
                    <a:pt x="754380" y="167640"/>
                  </a:cubicBezTo>
                  <a:cubicBezTo>
                    <a:pt x="746922" y="170623"/>
                    <a:pt x="739140" y="162560"/>
                    <a:pt x="731520" y="160020"/>
                  </a:cubicBezTo>
                  <a:cubicBezTo>
                    <a:pt x="721737" y="120886"/>
                    <a:pt x="720637" y="134972"/>
                    <a:pt x="731520" y="91440"/>
                  </a:cubicBezTo>
                  <a:cubicBezTo>
                    <a:pt x="733468" y="83648"/>
                    <a:pt x="733460" y="74260"/>
                    <a:pt x="739140" y="68580"/>
                  </a:cubicBezTo>
                  <a:cubicBezTo>
                    <a:pt x="744820" y="62900"/>
                    <a:pt x="754816" y="64552"/>
                    <a:pt x="762000" y="60960"/>
                  </a:cubicBezTo>
                  <a:cubicBezTo>
                    <a:pt x="770191" y="56864"/>
                    <a:pt x="776491" y="49439"/>
                    <a:pt x="784860" y="45720"/>
                  </a:cubicBezTo>
                  <a:cubicBezTo>
                    <a:pt x="799540" y="39196"/>
                    <a:pt x="830580" y="30480"/>
                    <a:pt x="830580" y="30480"/>
                  </a:cubicBezTo>
                  <a:cubicBezTo>
                    <a:pt x="838200" y="33020"/>
                    <a:pt x="847760" y="32420"/>
                    <a:pt x="853440" y="38100"/>
                  </a:cubicBezTo>
                  <a:cubicBezTo>
                    <a:pt x="875272" y="59932"/>
                    <a:pt x="883874" y="79850"/>
                    <a:pt x="891540" y="106680"/>
                  </a:cubicBezTo>
                  <a:cubicBezTo>
                    <a:pt x="894417" y="116750"/>
                    <a:pt x="896620" y="127000"/>
                    <a:pt x="899160" y="137160"/>
                  </a:cubicBezTo>
                  <a:cubicBezTo>
                    <a:pt x="896620" y="144780"/>
                    <a:pt x="897220" y="154340"/>
                    <a:pt x="891540" y="160020"/>
                  </a:cubicBezTo>
                  <a:cubicBezTo>
                    <a:pt x="876300" y="175260"/>
                    <a:pt x="861060" y="165100"/>
                    <a:pt x="845820" y="160020"/>
                  </a:cubicBezTo>
                  <a:cubicBezTo>
                    <a:pt x="840740" y="152400"/>
                    <a:pt x="831716" y="146247"/>
                    <a:pt x="830580" y="137160"/>
                  </a:cubicBezTo>
                  <a:cubicBezTo>
                    <a:pt x="829021" y="124688"/>
                    <a:pt x="838776" y="85365"/>
                    <a:pt x="853440" y="76200"/>
                  </a:cubicBezTo>
                  <a:cubicBezTo>
                    <a:pt x="867063" y="67686"/>
                    <a:pt x="883920" y="66040"/>
                    <a:pt x="899160" y="60960"/>
                  </a:cubicBezTo>
                  <a:lnTo>
                    <a:pt x="922020" y="53340"/>
                  </a:lnTo>
                  <a:cubicBezTo>
                    <a:pt x="942340" y="55880"/>
                    <a:pt x="966204" y="49217"/>
                    <a:pt x="982980" y="60960"/>
                  </a:cubicBezTo>
                  <a:cubicBezTo>
                    <a:pt x="996140" y="70172"/>
                    <a:pt x="998220" y="106680"/>
                    <a:pt x="998220" y="106680"/>
                  </a:cubicBezTo>
                  <a:cubicBezTo>
                    <a:pt x="995680" y="124460"/>
                    <a:pt x="1001376" y="145652"/>
                    <a:pt x="990600" y="160020"/>
                  </a:cubicBezTo>
                  <a:cubicBezTo>
                    <a:pt x="985105" y="167346"/>
                    <a:pt x="976271" y="146273"/>
                    <a:pt x="975360" y="137160"/>
                  </a:cubicBezTo>
                  <a:cubicBezTo>
                    <a:pt x="973573" y="119289"/>
                    <a:pt x="979458" y="101432"/>
                    <a:pt x="982980" y="83820"/>
                  </a:cubicBezTo>
                  <a:cubicBezTo>
                    <a:pt x="984555" y="75944"/>
                    <a:pt x="984064" y="65629"/>
                    <a:pt x="990600" y="60960"/>
                  </a:cubicBezTo>
                  <a:cubicBezTo>
                    <a:pt x="1003672" y="51623"/>
                    <a:pt x="1036320" y="45720"/>
                    <a:pt x="1036320" y="45720"/>
                  </a:cubicBezTo>
                  <a:cubicBezTo>
                    <a:pt x="1051560" y="48260"/>
                    <a:pt x="1070413" y="43166"/>
                    <a:pt x="1082040" y="53340"/>
                  </a:cubicBezTo>
                  <a:cubicBezTo>
                    <a:pt x="1094130" y="63918"/>
                    <a:pt x="1097280" y="99060"/>
                    <a:pt x="1097280" y="99060"/>
                  </a:cubicBezTo>
                  <a:cubicBezTo>
                    <a:pt x="1094740" y="121920"/>
                    <a:pt x="1099946" y="147068"/>
                    <a:pt x="1089660" y="167640"/>
                  </a:cubicBezTo>
                  <a:cubicBezTo>
                    <a:pt x="1086068" y="174824"/>
                    <a:pt x="1073072" y="165038"/>
                    <a:pt x="1066800" y="160020"/>
                  </a:cubicBezTo>
                  <a:cubicBezTo>
                    <a:pt x="1053371" y="149277"/>
                    <a:pt x="1048960" y="129359"/>
                    <a:pt x="1043940" y="114300"/>
                  </a:cubicBezTo>
                  <a:cubicBezTo>
                    <a:pt x="1063093" y="56841"/>
                    <a:pt x="1037257" y="127666"/>
                    <a:pt x="1066800" y="68580"/>
                  </a:cubicBezTo>
                  <a:cubicBezTo>
                    <a:pt x="1070392" y="61396"/>
                    <a:pt x="1067446" y="49705"/>
                    <a:pt x="1074420" y="45720"/>
                  </a:cubicBezTo>
                  <a:cubicBezTo>
                    <a:pt x="1087835" y="38055"/>
                    <a:pt x="1104900" y="40640"/>
                    <a:pt x="1120140" y="38100"/>
                  </a:cubicBezTo>
                  <a:cubicBezTo>
                    <a:pt x="1140460" y="40640"/>
                    <a:pt x="1162087" y="38115"/>
                    <a:pt x="1181100" y="45720"/>
                  </a:cubicBezTo>
                  <a:cubicBezTo>
                    <a:pt x="1189603" y="49121"/>
                    <a:pt x="1192244" y="60389"/>
                    <a:pt x="1196340" y="68580"/>
                  </a:cubicBezTo>
                  <a:cubicBezTo>
                    <a:pt x="1199932" y="75764"/>
                    <a:pt x="1200368" y="84256"/>
                    <a:pt x="1203960" y="91440"/>
                  </a:cubicBezTo>
                  <a:cubicBezTo>
                    <a:pt x="1233503" y="150526"/>
                    <a:pt x="1207667" y="79701"/>
                    <a:pt x="1226820" y="137160"/>
                  </a:cubicBezTo>
                  <a:cubicBezTo>
                    <a:pt x="1211665" y="147263"/>
                    <a:pt x="1200029" y="163709"/>
                    <a:pt x="1181100" y="144780"/>
                  </a:cubicBezTo>
                  <a:cubicBezTo>
                    <a:pt x="1168148" y="131828"/>
                    <a:pt x="1150620" y="99060"/>
                    <a:pt x="1150620" y="99060"/>
                  </a:cubicBezTo>
                  <a:cubicBezTo>
                    <a:pt x="1165455" y="54556"/>
                    <a:pt x="1146633" y="95427"/>
                    <a:pt x="1181100" y="60960"/>
                  </a:cubicBezTo>
                  <a:cubicBezTo>
                    <a:pt x="1215567" y="26493"/>
                    <a:pt x="1174696" y="45315"/>
                    <a:pt x="1219200" y="30480"/>
                  </a:cubicBezTo>
                  <a:cubicBezTo>
                    <a:pt x="1221097" y="30859"/>
                    <a:pt x="1272350" y="39472"/>
                    <a:pt x="1280160" y="45720"/>
                  </a:cubicBezTo>
                  <a:cubicBezTo>
                    <a:pt x="1287311" y="51441"/>
                    <a:pt x="1288924" y="62104"/>
                    <a:pt x="1295400" y="68580"/>
                  </a:cubicBezTo>
                  <a:cubicBezTo>
                    <a:pt x="1301876" y="75056"/>
                    <a:pt x="1310640" y="78740"/>
                    <a:pt x="1318260" y="83820"/>
                  </a:cubicBezTo>
                  <a:cubicBezTo>
                    <a:pt x="1328363" y="98975"/>
                    <a:pt x="1344809" y="110611"/>
                    <a:pt x="1325880" y="129540"/>
                  </a:cubicBezTo>
                  <a:cubicBezTo>
                    <a:pt x="1320200" y="135220"/>
                    <a:pt x="1310640" y="134620"/>
                    <a:pt x="1303020" y="137160"/>
                  </a:cubicBezTo>
                  <a:cubicBezTo>
                    <a:pt x="1297940" y="129540"/>
                    <a:pt x="1288691" y="123413"/>
                    <a:pt x="1287780" y="114300"/>
                  </a:cubicBezTo>
                  <a:cubicBezTo>
                    <a:pt x="1286501" y="101513"/>
                    <a:pt x="1290635" y="50603"/>
                    <a:pt x="1310640" y="38100"/>
                  </a:cubicBezTo>
                  <a:cubicBezTo>
                    <a:pt x="1324263" y="29586"/>
                    <a:pt x="1356360" y="22860"/>
                    <a:pt x="1356360" y="22860"/>
                  </a:cubicBezTo>
                  <a:cubicBezTo>
                    <a:pt x="1374663" y="27436"/>
                    <a:pt x="1396544" y="29275"/>
                    <a:pt x="1409700" y="45720"/>
                  </a:cubicBezTo>
                  <a:cubicBezTo>
                    <a:pt x="1414718" y="51992"/>
                    <a:pt x="1413728" y="61396"/>
                    <a:pt x="1417320" y="68580"/>
                  </a:cubicBezTo>
                  <a:cubicBezTo>
                    <a:pt x="1421416" y="76771"/>
                    <a:pt x="1428841" y="83071"/>
                    <a:pt x="1432560" y="91440"/>
                  </a:cubicBezTo>
                  <a:cubicBezTo>
                    <a:pt x="1439084" y="106120"/>
                    <a:pt x="1447800" y="137160"/>
                    <a:pt x="1447800" y="137160"/>
                  </a:cubicBezTo>
                  <a:cubicBezTo>
                    <a:pt x="1445260" y="144780"/>
                    <a:pt x="1447364" y="156428"/>
                    <a:pt x="1440180" y="160020"/>
                  </a:cubicBezTo>
                  <a:cubicBezTo>
                    <a:pt x="1416957" y="171631"/>
                    <a:pt x="1412603" y="138249"/>
                    <a:pt x="1409700" y="129540"/>
                  </a:cubicBezTo>
                  <a:cubicBezTo>
                    <a:pt x="1414276" y="111237"/>
                    <a:pt x="1416115" y="89356"/>
                    <a:pt x="1432560" y="76200"/>
                  </a:cubicBezTo>
                  <a:cubicBezTo>
                    <a:pt x="1438832" y="71182"/>
                    <a:pt x="1447800" y="71120"/>
                    <a:pt x="1455420" y="68580"/>
                  </a:cubicBezTo>
                  <a:cubicBezTo>
                    <a:pt x="1495713" y="75295"/>
                    <a:pt x="1501141" y="64773"/>
                    <a:pt x="1516380" y="99060"/>
                  </a:cubicBezTo>
                  <a:cubicBezTo>
                    <a:pt x="1522904" y="113740"/>
                    <a:pt x="1531620" y="144780"/>
                    <a:pt x="1531620" y="144780"/>
                  </a:cubicBezTo>
                  <a:cubicBezTo>
                    <a:pt x="1529080" y="154940"/>
                    <a:pt x="1530542" y="167082"/>
                    <a:pt x="1524000" y="175260"/>
                  </a:cubicBezTo>
                  <a:cubicBezTo>
                    <a:pt x="1518982" y="181532"/>
                    <a:pt x="1506820" y="188560"/>
                    <a:pt x="1501140" y="182880"/>
                  </a:cubicBezTo>
                  <a:cubicBezTo>
                    <a:pt x="1489781" y="171521"/>
                    <a:pt x="1485900" y="137160"/>
                    <a:pt x="1485900" y="137160"/>
                  </a:cubicBezTo>
                  <a:cubicBezTo>
                    <a:pt x="1492098" y="118567"/>
                    <a:pt x="1493988" y="106212"/>
                    <a:pt x="1508760" y="91440"/>
                  </a:cubicBezTo>
                  <a:cubicBezTo>
                    <a:pt x="1515236" y="84964"/>
                    <a:pt x="1523429" y="80296"/>
                    <a:pt x="1531620" y="76200"/>
                  </a:cubicBezTo>
                  <a:cubicBezTo>
                    <a:pt x="1538804" y="72608"/>
                    <a:pt x="1546860" y="71120"/>
                    <a:pt x="1554480" y="68580"/>
                  </a:cubicBezTo>
                  <a:cubicBezTo>
                    <a:pt x="1567324" y="87846"/>
                    <a:pt x="1572833" y="91766"/>
                    <a:pt x="1577340" y="114300"/>
                  </a:cubicBezTo>
                  <a:cubicBezTo>
                    <a:pt x="1578336" y="119281"/>
                    <a:pt x="1577340" y="124460"/>
                    <a:pt x="1577340" y="129540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12" name="TextBox 35">
            <a:extLst>
              <a:ext uri="{FF2B5EF4-FFF2-40B4-BE49-F238E27FC236}">
                <a16:creationId xmlns:a16="http://schemas.microsoft.com/office/drawing/2014/main" id="{55437BB0-7D6B-B952-1AFF-D152E2F0ABE1}"/>
              </a:ext>
            </a:extLst>
          </p:cNvPr>
          <p:cNvSpPr txBox="1"/>
          <p:nvPr/>
        </p:nvSpPr>
        <p:spPr>
          <a:xfrm>
            <a:off x="841959" y="2477428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tx2"/>
                </a:solidFill>
              </a:rPr>
              <a:t>独立测量</a:t>
            </a:r>
            <a:endParaRPr lang="en-US" altLang="zh-CN" dirty="0">
              <a:solidFill>
                <a:schemeClr val="tx2"/>
              </a:solidFill>
            </a:endParaRPr>
          </a:p>
          <a:p>
            <a:pPr algn="l"/>
            <a:r>
              <a:rPr lang="zh-CN" altLang="en-US" dirty="0">
                <a:solidFill>
                  <a:schemeClr val="tx2"/>
                </a:solidFill>
              </a:rPr>
              <a:t>多组数据</a:t>
            </a:r>
            <a:endParaRPr lang="en-CN" dirty="0">
              <a:solidFill>
                <a:schemeClr val="tx2"/>
              </a:solidFill>
            </a:endParaRPr>
          </a:p>
        </p:txBody>
      </p:sp>
      <p:sp>
        <p:nvSpPr>
          <p:cNvPr id="38" name="Right Arrow 22">
            <a:extLst>
              <a:ext uri="{FF2B5EF4-FFF2-40B4-BE49-F238E27FC236}">
                <a16:creationId xmlns:a16="http://schemas.microsoft.com/office/drawing/2014/main" id="{027DB923-D7BA-F784-43B8-F53F4CF2E7D4}"/>
              </a:ext>
            </a:extLst>
          </p:cNvPr>
          <p:cNvSpPr/>
          <p:nvPr/>
        </p:nvSpPr>
        <p:spPr>
          <a:xfrm>
            <a:off x="4521006" y="1471883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9" name="TextBox 35">
            <a:extLst>
              <a:ext uri="{FF2B5EF4-FFF2-40B4-BE49-F238E27FC236}">
                <a16:creationId xmlns:a16="http://schemas.microsoft.com/office/drawing/2014/main" id="{7CF320C9-2A85-17D6-BF01-8AB221A6D5BD}"/>
              </a:ext>
            </a:extLst>
          </p:cNvPr>
          <p:cNvSpPr txBox="1"/>
          <p:nvPr/>
        </p:nvSpPr>
        <p:spPr>
          <a:xfrm>
            <a:off x="6994977" y="2510774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2"/>
                </a:solidFill>
              </a:rPr>
              <a:t>最小化</a:t>
            </a:r>
            <a:endParaRPr lang="en-US" altLang="zh-CN" dirty="0">
              <a:solidFill>
                <a:schemeClr val="tx2"/>
              </a:solidFill>
            </a:endParaRPr>
          </a:p>
          <a:p>
            <a:pPr algn="ctr"/>
            <a:r>
              <a:rPr lang="zh-CN" altLang="en-US" dirty="0">
                <a:solidFill>
                  <a:schemeClr val="tx2"/>
                </a:solidFill>
              </a:rPr>
              <a:t>误差平方和</a:t>
            </a:r>
            <a:endParaRPr lang="en-CN" dirty="0">
              <a:solidFill>
                <a:schemeClr val="tx2"/>
              </a:solidFill>
            </a:endParaRP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ACCF9B51-26AC-6F05-6A62-F4108C0395D4}"/>
              </a:ext>
            </a:extLst>
          </p:cNvPr>
          <p:cNvSpPr txBox="1"/>
          <p:nvPr/>
        </p:nvSpPr>
        <p:spPr>
          <a:xfrm>
            <a:off x="4125462" y="251077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tx2"/>
                </a:solidFill>
              </a:rPr>
              <a:t>线性模型</a:t>
            </a:r>
            <a:endParaRPr lang="en-CN" altLang="zh-CN" dirty="0">
              <a:solidFill>
                <a:schemeClr val="tx2"/>
              </a:solidFill>
            </a:endParaRPr>
          </a:p>
          <a:p>
            <a:pPr algn="l"/>
            <a:r>
              <a:rPr lang="zh-CN" altLang="en-US" dirty="0">
                <a:solidFill>
                  <a:schemeClr val="tx2"/>
                </a:solidFill>
              </a:rPr>
              <a:t>胡克定律</a:t>
            </a:r>
            <a:endParaRPr lang="en-US" altLang="zh-CN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25">
                <a:extLst>
                  <a:ext uri="{FF2B5EF4-FFF2-40B4-BE49-F238E27FC236}">
                    <a16:creationId xmlns:a16="http://schemas.microsoft.com/office/drawing/2014/main" id="{BAD47D97-4B6F-0AA7-C20A-A0B0505658DD}"/>
                  </a:ext>
                </a:extLst>
              </p:cNvPr>
              <p:cNvSpPr txBox="1"/>
              <p:nvPr/>
            </p:nvSpPr>
            <p:spPr>
              <a:xfrm>
                <a:off x="5313205" y="1597433"/>
                <a:ext cx="1700722" cy="615553"/>
              </a:xfrm>
              <a:prstGeom prst="rect">
                <a:avLst/>
              </a:prstGeom>
              <a:noFill/>
              <a:ln w="38100">
                <a:noFill/>
                <a:prstDash val="sysDot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𝑘𝑥</m:t>
                      </m:r>
                    </m:oMath>
                  </m:oMathPara>
                </a14:m>
                <a:endParaRPr lang="en-CN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TextBox 25">
                <a:extLst>
                  <a:ext uri="{FF2B5EF4-FFF2-40B4-BE49-F238E27FC236}">
                    <a16:creationId xmlns:a16="http://schemas.microsoft.com/office/drawing/2014/main" id="{BAD47D97-4B6F-0AA7-C20A-A0B05056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205" y="1597433"/>
                <a:ext cx="1700722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noFill/>
                <a:prstDash val="sysDot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22">
            <a:extLst>
              <a:ext uri="{FF2B5EF4-FFF2-40B4-BE49-F238E27FC236}">
                <a16:creationId xmlns:a16="http://schemas.microsoft.com/office/drawing/2014/main" id="{6A288806-F3A2-9111-A692-8DFF108AB6D4}"/>
              </a:ext>
            </a:extLst>
          </p:cNvPr>
          <p:cNvSpPr/>
          <p:nvPr/>
        </p:nvSpPr>
        <p:spPr>
          <a:xfrm>
            <a:off x="7442598" y="1482833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220EC7-A6AD-6312-E3D8-2C7152E73DEA}"/>
                  </a:ext>
                </a:extLst>
              </p:cNvPr>
              <p:cNvSpPr txBox="1"/>
              <p:nvPr/>
            </p:nvSpPr>
            <p:spPr>
              <a:xfrm>
                <a:off x="7984146" y="3786113"/>
                <a:ext cx="4207854" cy="6306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dirty="0"/>
                  <a:t>误差函数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zh-CN" sz="20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220EC7-A6AD-6312-E3D8-2C7152E73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146" y="3786113"/>
                <a:ext cx="4207854" cy="630622"/>
              </a:xfrm>
              <a:prstGeom prst="rect">
                <a:avLst/>
              </a:prstGeom>
              <a:blipFill>
                <a:blip r:embed="rId12"/>
                <a:stretch>
                  <a:fillRect l="-1594" t="-41346" b="-1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38507C2-8D4F-B7CE-AD7F-5C0E478D6389}"/>
                  </a:ext>
                </a:extLst>
              </p:cNvPr>
              <p:cNvSpPr txBox="1"/>
              <p:nvPr/>
            </p:nvSpPr>
            <p:spPr>
              <a:xfrm>
                <a:off x="8522086" y="2318413"/>
                <a:ext cx="3290022" cy="744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p>
                                  <m: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p>
                              <m:r>
                                <a:rPr lang="en-US" altLang="zh-CN" sz="32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  <m:sup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3200" b="1" i="1" smtClean="0"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zh-CN" altLang="en-US" sz="32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38507C2-8D4F-B7CE-AD7F-5C0E478D6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086" y="2318413"/>
                <a:ext cx="3290022" cy="7443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C163EC2-A742-3721-306C-6FAD959BF4D2}"/>
                  </a:ext>
                </a:extLst>
              </p:cNvPr>
              <p:cNvSpPr txBox="1"/>
              <p:nvPr/>
            </p:nvSpPr>
            <p:spPr>
              <a:xfrm>
                <a:off x="7984146" y="4427432"/>
                <a:ext cx="4036258" cy="61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dirty="0">
                    <a:solidFill>
                      <a:schemeClr val="tx1"/>
                    </a:solidFill>
                  </a:rPr>
                  <a:t>矩阵形式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𝑿𝑲</m:t>
                            </m:r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𝑿𝑲</m:t>
                        </m:r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C163EC2-A742-3721-306C-6FAD959BF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146" y="4427432"/>
                <a:ext cx="4036258" cy="618311"/>
              </a:xfrm>
              <a:prstGeom prst="rect">
                <a:avLst/>
              </a:prstGeom>
              <a:blipFill>
                <a:blip r:embed="rId14"/>
                <a:stretch>
                  <a:fillRect l="-1662" b="-127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49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  <p:bldP spid="19" grpId="0"/>
      <p:bldP spid="20" grpId="0"/>
      <p:bldP spid="21" grpId="0"/>
      <p:bldP spid="22" grpId="0"/>
      <p:bldP spid="23" grpId="0" animBg="1"/>
      <p:bldP spid="12" grpId="0"/>
      <p:bldP spid="38" grpId="0" animBg="1"/>
      <p:bldP spid="39" grpId="0"/>
      <p:bldP spid="40" grpId="0"/>
      <p:bldP spid="42" grpId="0"/>
      <p:bldP spid="44" grpId="0" animBg="1"/>
      <p:bldP spid="45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lsq-3d" descr="lsq-3d">
            <a:hlinkClick r:id="" action="ppaction://media"/>
            <a:extLst>
              <a:ext uri="{FF2B5EF4-FFF2-40B4-BE49-F238E27FC236}">
                <a16:creationId xmlns:a16="http://schemas.microsoft.com/office/drawing/2014/main" id="{C8326F93-8517-B143-8429-6105BB74F60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b="17084"/>
          <a:stretch/>
        </p:blipFill>
        <p:spPr>
          <a:xfrm>
            <a:off x="5214180" y="1013141"/>
            <a:ext cx="5979600" cy="49580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9D7B8C-F403-574C-9EB0-0F53E1FD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F19538-5B2A-4C4F-9DAC-8C0B6C648D8E}"/>
                  </a:ext>
                </a:extLst>
              </p:cNvPr>
              <p:cNvSpPr txBox="1"/>
              <p:nvPr/>
            </p:nvSpPr>
            <p:spPr>
              <a:xfrm>
                <a:off x="281374" y="1140024"/>
                <a:ext cx="548393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b="1" dirty="0">
                    <a:solidFill>
                      <a:schemeClr val="tx1"/>
                    </a:solidFill>
                  </a:rPr>
                  <a:t>最小二乘法的几何意义</a:t>
                </a:r>
                <a:r>
                  <a:rPr lang="zh-CN" altLang="en-US" sz="2000" b="1" dirty="0">
                    <a:solidFill>
                      <a:schemeClr val="tx1"/>
                    </a:solidFill>
                  </a:rPr>
                  <a:t>：</a:t>
                </a:r>
                <a:br>
                  <a:rPr lang="en-US" altLang="zh-CN" sz="2000" b="1" dirty="0">
                    <a:solidFill>
                      <a:schemeClr val="tx1"/>
                    </a:solidFill>
                  </a:rPr>
                </a:br>
                <a:r>
                  <a:rPr lang="en-US" altLang="zh-CN" sz="2000" b="1" dirty="0">
                    <a:solidFill>
                      <a:schemeClr val="tx1"/>
                    </a:solidFill>
                  </a:rPr>
                  <a:t>	</a:t>
                </a:r>
                <a:r>
                  <a:rPr lang="en-CN" altLang="zh-CN" sz="2000" b="1" dirty="0">
                    <a:solidFill>
                      <a:schemeClr val="tx1"/>
                    </a:solidFill>
                  </a:rPr>
                  <a:t>求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CN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N" altLang="zh-CN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CN" altLang="zh-CN" sz="2000" b="1" dirty="0">
                    <a:solidFill>
                      <a:schemeClr val="tx1"/>
                    </a:solidFill>
                  </a:rPr>
                  <a:t> 使得目标向量与拟合向量距离最短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F19538-5B2A-4C4F-9DAC-8C0B6C648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74" y="1140024"/>
                <a:ext cx="5483937" cy="707886"/>
              </a:xfrm>
              <a:prstGeom prst="rect">
                <a:avLst/>
              </a:prstGeom>
              <a:blipFill>
                <a:blip r:embed="rId6"/>
                <a:stretch>
                  <a:fillRect l="-1111" t="-6897" r="-1111" b="-120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C98050-813C-6D47-9229-0B3463E15BCB}"/>
                  </a:ext>
                </a:extLst>
              </p:cNvPr>
              <p:cNvSpPr txBox="1"/>
              <p:nvPr/>
            </p:nvSpPr>
            <p:spPr>
              <a:xfrm>
                <a:off x="756307" y="2035121"/>
                <a:ext cx="167353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C98050-813C-6D47-9229-0B3463E1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2035121"/>
                <a:ext cx="1673535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13">
            <a:extLst>
              <a:ext uri="{FF2B5EF4-FFF2-40B4-BE49-F238E27FC236}">
                <a16:creationId xmlns:a16="http://schemas.microsoft.com/office/drawing/2014/main" id="{80562401-49B8-234E-A5E3-EF998B051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466024"/>
              </p:ext>
            </p:extLst>
          </p:nvPr>
        </p:nvGraphicFramePr>
        <p:xfrm>
          <a:off x="1296646" y="3835510"/>
          <a:ext cx="108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0551164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80932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27C476A-D6D7-B341-8356-210F3F9FA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8038971"/>
              </p:ext>
            </p:extLst>
          </p:nvPr>
        </p:nvGraphicFramePr>
        <p:xfrm>
          <a:off x="3747523" y="3835510"/>
          <a:ext cx="36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7" name="Table 16">
            <a:extLst>
              <a:ext uri="{FF2B5EF4-FFF2-40B4-BE49-F238E27FC236}">
                <a16:creationId xmlns:a16="http://schemas.microsoft.com/office/drawing/2014/main" id="{F7936A7E-8098-5042-80F4-F701B0C954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577086"/>
              </p:ext>
            </p:extLst>
          </p:nvPr>
        </p:nvGraphicFramePr>
        <p:xfrm>
          <a:off x="2852193" y="3830155"/>
          <a:ext cx="36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682063015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7121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72219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597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5276A2-271F-7B4C-B8AB-FEB8A8D31072}"/>
                  </a:ext>
                </a:extLst>
              </p:cNvPr>
              <p:cNvSpPr txBox="1"/>
              <p:nvPr/>
            </p:nvSpPr>
            <p:spPr>
              <a:xfrm flipH="1">
                <a:off x="2908958" y="3398973"/>
                <a:ext cx="24646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5276A2-271F-7B4C-B8AB-FEB8A8D31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908958" y="3398973"/>
                <a:ext cx="246469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2A03D1-A260-4E4B-8ED7-FA1039491B05}"/>
                  </a:ext>
                </a:extLst>
              </p:cNvPr>
              <p:cNvSpPr txBox="1"/>
              <p:nvPr/>
            </p:nvSpPr>
            <p:spPr>
              <a:xfrm>
                <a:off x="3269378" y="3757573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2A03D1-A260-4E4B-8ED7-FA1039491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378" y="3757573"/>
                <a:ext cx="36000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E91E36-3BF6-1D41-92C4-D4D7A6AFDB51}"/>
                  </a:ext>
                </a:extLst>
              </p:cNvPr>
              <p:cNvSpPr txBox="1"/>
              <p:nvPr/>
            </p:nvSpPr>
            <p:spPr>
              <a:xfrm>
                <a:off x="3700212" y="3374744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E91E36-3BF6-1D41-92C4-D4D7A6AFD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212" y="3374744"/>
                <a:ext cx="43938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874027-ECCA-614D-A02E-ACCE27775287}"/>
                  </a:ext>
                </a:extLst>
              </p:cNvPr>
              <p:cNvSpPr txBox="1"/>
              <p:nvPr/>
            </p:nvSpPr>
            <p:spPr>
              <a:xfrm>
                <a:off x="1664069" y="3374744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874027-ECCA-614D-A02E-ACCE27775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069" y="3374744"/>
                <a:ext cx="4393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5EE727-547B-3845-B506-939E7A860934}"/>
                  </a:ext>
                </a:extLst>
              </p:cNvPr>
              <p:cNvSpPr txBox="1"/>
              <p:nvPr/>
            </p:nvSpPr>
            <p:spPr>
              <a:xfrm>
                <a:off x="2428545" y="3759443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5EE727-547B-3845-B506-939E7A86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545" y="3759443"/>
                <a:ext cx="360000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B89DB2-4B92-D74C-9CB1-5AFF15410B11}"/>
                  </a:ext>
                </a:extLst>
              </p:cNvPr>
              <p:cNvSpPr txBox="1"/>
              <p:nvPr/>
            </p:nvSpPr>
            <p:spPr>
              <a:xfrm>
                <a:off x="10574145" y="2392680"/>
                <a:ext cx="113332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8CA58C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solidFill>
                      <a:srgbClr val="8CA58C"/>
                    </a:solidFill>
                  </a:rPr>
                  <a:t> </a:t>
                </a:r>
                <a:r>
                  <a:rPr lang="zh-CN" altLang="en-US" dirty="0">
                    <a:solidFill>
                      <a:srgbClr val="8CA58C"/>
                    </a:solidFill>
                  </a:rPr>
                  <a:t>的</a:t>
                </a:r>
                <a:r>
                  <a:rPr lang="en-CN" dirty="0">
                    <a:solidFill>
                      <a:srgbClr val="8CA58C"/>
                    </a:solidFill>
                  </a:rPr>
                  <a:t>列空间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B89DB2-4B92-D74C-9CB1-5AFF15410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145" y="2392680"/>
                <a:ext cx="1133324" cy="276999"/>
              </a:xfrm>
              <a:prstGeom prst="rect">
                <a:avLst/>
              </a:prstGeom>
              <a:blipFill>
                <a:blip r:embed="rId13"/>
                <a:stretch>
                  <a:fillRect l="-7527" t="-35556" r="-12366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6A89E3-9E02-9949-B2AC-BF1778E9DC0A}"/>
              </a:ext>
            </a:extLst>
          </p:cNvPr>
          <p:cNvCxnSpPr/>
          <p:nvPr/>
        </p:nvCxnSpPr>
        <p:spPr>
          <a:xfrm flipH="1">
            <a:off x="9768840" y="2537460"/>
            <a:ext cx="784860" cy="792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227370-4243-8842-AA2D-E76E50C32DD3}"/>
                  </a:ext>
                </a:extLst>
              </p:cNvPr>
              <p:cNvSpPr txBox="1"/>
              <p:nvPr/>
            </p:nvSpPr>
            <p:spPr>
              <a:xfrm>
                <a:off x="6848630" y="1791296"/>
                <a:ext cx="41905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A5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>
                    <a:solidFill>
                      <a:srgbClr val="FFA500"/>
                    </a:solidFill>
                  </a:rPr>
                  <a:t> </a:t>
                </a:r>
                <a:r>
                  <a:rPr lang="en-CN" dirty="0">
                    <a:solidFill>
                      <a:srgbClr val="FFA500"/>
                    </a:solidFill>
                  </a:rPr>
                  <a:t>目标向量: 待拟合数据组成的高维向量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227370-4243-8842-AA2D-E76E50C32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8630" y="1791296"/>
                <a:ext cx="4190571" cy="369332"/>
              </a:xfrm>
              <a:prstGeom prst="rect">
                <a:avLst/>
              </a:prstGeom>
              <a:blipFill>
                <a:blip r:embed="rId14"/>
                <a:stretch>
                  <a:fillRect t="-15000" r="-727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CEA2C3-9C62-2B42-8093-B459CFD7364A}"/>
              </a:ext>
            </a:extLst>
          </p:cNvPr>
          <p:cNvCxnSpPr/>
          <p:nvPr/>
        </p:nvCxnSpPr>
        <p:spPr>
          <a:xfrm flipH="1">
            <a:off x="8097366" y="2181940"/>
            <a:ext cx="818034" cy="1056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FBC2ED-8C1F-3D4F-AE04-A70BF1C2EE53}"/>
                  </a:ext>
                </a:extLst>
              </p:cNvPr>
              <p:cNvSpPr txBox="1"/>
              <p:nvPr/>
            </p:nvSpPr>
            <p:spPr>
              <a:xfrm>
                <a:off x="10413717" y="4016438"/>
                <a:ext cx="14510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64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̂"/>
                        <m:ctrlPr>
                          <a:rPr lang="en-US" b="1" i="1" smtClean="0">
                            <a:solidFill>
                              <a:srgbClr val="0064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solidFill>
                              <a:srgbClr val="0064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rgbClr val="006400"/>
                    </a:solidFill>
                  </a:rPr>
                  <a:t> </a:t>
                </a:r>
                <a:r>
                  <a:rPr lang="en-CN" dirty="0">
                    <a:solidFill>
                      <a:srgbClr val="006400"/>
                    </a:solidFill>
                  </a:rPr>
                  <a:t>拟合向量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FBC2ED-8C1F-3D4F-AE04-A70BF1C2E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3717" y="4016438"/>
                <a:ext cx="1451038" cy="369332"/>
              </a:xfrm>
              <a:prstGeom prst="rect">
                <a:avLst/>
              </a:prstGeom>
              <a:blipFill>
                <a:blip r:embed="rId15"/>
                <a:stretch>
                  <a:fillRect t="-15000" r="-3361" b="-2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767CDA5-4BDB-D246-A811-87231925B98F}"/>
              </a:ext>
            </a:extLst>
          </p:cNvPr>
          <p:cNvCxnSpPr>
            <a:cxnSpLocks/>
            <a:stCxn id="20" idx="1"/>
          </p:cNvCxnSpPr>
          <p:nvPr/>
        </p:nvCxnSpPr>
        <p:spPr>
          <a:xfrm flipH="1" flipV="1">
            <a:off x="8343900" y="3741331"/>
            <a:ext cx="2069817" cy="459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F8551E1C-50E5-7C5E-CF82-8EDC72619ADA}"/>
                  </a:ext>
                </a:extLst>
              </p:cNvPr>
              <p:cNvSpPr txBox="1"/>
              <p:nvPr/>
            </p:nvSpPr>
            <p:spPr>
              <a:xfrm>
                <a:off x="756307" y="2717029"/>
                <a:ext cx="166552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𝑨</m:t>
                      </m:r>
                      <m:acc>
                        <m:accPr>
                          <m:chr m:val="̂"/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sz="3600" b="1" dirty="0"/>
              </a:p>
            </p:txBody>
          </p:sp>
        </mc:Choice>
        <mc:Fallback xmlns=""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F8551E1C-50E5-7C5E-CF82-8EDC7261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2717029"/>
                <a:ext cx="1665521" cy="55399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0067050E-9A6F-A686-FA4E-A6A03A74E124}"/>
              </a:ext>
            </a:extLst>
          </p:cNvPr>
          <p:cNvSpPr txBox="1"/>
          <p:nvPr/>
        </p:nvSpPr>
        <p:spPr>
          <a:xfrm>
            <a:off x="2443017" y="2125662"/>
            <a:ext cx="2837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未必有解、未必有唯一解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1C8F60A-60C4-ED8B-97B2-598926E4311E}"/>
              </a:ext>
            </a:extLst>
          </p:cNvPr>
          <p:cNvSpPr txBox="1"/>
          <p:nvPr/>
        </p:nvSpPr>
        <p:spPr>
          <a:xfrm>
            <a:off x="2428545" y="2873023"/>
            <a:ext cx="3102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欧式距离下存在唯一最小解</a:t>
            </a:r>
            <a:endParaRPr lang="zh-CN" alt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AA182E1F-15B5-40B4-9070-6A771F361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242" y="6318000"/>
            <a:ext cx="1362214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5885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2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3" grpId="0"/>
      <p:bldP spid="4" grpId="0"/>
      <p:bldP spid="8" grpId="0"/>
      <p:bldP spid="9" grpId="0"/>
      <p:bldP spid="10" grpId="0"/>
      <p:bldP spid="11" grpId="0"/>
      <p:bldP spid="12" grpId="0"/>
      <p:bldP spid="14" grpId="0"/>
      <p:bldP spid="17" grpId="0"/>
      <p:bldP spid="20" grpId="0"/>
      <p:bldP spid="13" grpId="0"/>
      <p:bldP spid="22" grpId="0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5196-AC5F-C197-EAFB-559B5CB6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分类问题</a:t>
            </a:r>
            <a:r>
              <a:rPr lang="zh-CN" altLang="en-US" dirty="0"/>
              <a:t>：二分类问题</a:t>
            </a:r>
            <a:endParaRPr lang="en-C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1D319D-BDAE-C9FB-C3DE-7ED43F3FF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76" y="968375"/>
            <a:ext cx="5163126" cy="492125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269B1-3D88-3BF7-FA50-F563D3ECE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E9CFE34-1F53-02BC-0490-55A0392A8CA4}"/>
                  </a:ext>
                </a:extLst>
              </p:cNvPr>
              <p:cNvSpPr txBox="1"/>
              <p:nvPr/>
            </p:nvSpPr>
            <p:spPr>
              <a:xfrm>
                <a:off x="5942302" y="1238160"/>
                <a:ext cx="6148098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tx2"/>
                    </a:solidFill>
                  </a:rPr>
                  <a:t>例</a:t>
                </a:r>
                <a:r>
                  <a:rPr lang="en-US" altLang="zh-CN" b="1" dirty="0">
                    <a:solidFill>
                      <a:schemeClr val="tx2"/>
                    </a:solidFill>
                  </a:rPr>
                  <a:t>. 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平面散点二分类问题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图中的平面上有一系列散点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，其中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绿色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的点具有标签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，而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红色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的点具有标签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。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图中的黑色实线代表一个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决策边界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，它尝试将平面分成两个区域，其中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红色区域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将覆盖尽可能多的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红点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以及尽可能少的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绿点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，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绿色区域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则相反。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endParaRPr lang="en-US" altLang="zh-CN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显然不同的直线会带来不同的决策边界，我们的目标是尝试找到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最优的决策边界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。</a:t>
                </a:r>
                <a:endParaRPr lang="zh-CN" altLang="en-US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E9CFE34-1F53-02BC-0490-55A0392A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302" y="1238160"/>
                <a:ext cx="6148098" cy="3108543"/>
              </a:xfrm>
              <a:prstGeom prst="rect">
                <a:avLst/>
              </a:prstGeom>
              <a:blipFill>
                <a:blip r:embed="rId3"/>
                <a:stretch>
                  <a:fillRect l="-893" t="-1569" r="-595" b="-15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D8013A2A-D79F-D7AB-825F-F82EEEB137A2}"/>
              </a:ext>
            </a:extLst>
          </p:cNvPr>
          <p:cNvSpPr txBox="1"/>
          <p:nvPr/>
        </p:nvSpPr>
        <p:spPr>
          <a:xfrm>
            <a:off x="6532418" y="4616488"/>
            <a:ext cx="2837029" cy="877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如何定义“最优边界”？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如何找到“最优边界”？</a:t>
            </a:r>
          </a:p>
        </p:txBody>
      </p:sp>
    </p:spTree>
    <p:extLst>
      <p:ext uri="{BB962C8B-B14F-4D97-AF65-F5344CB8AC3E}">
        <p14:creationId xmlns:p14="http://schemas.microsoft.com/office/powerpoint/2010/main" val="281805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1E2C-4DAD-E322-9672-6E5595618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0C19-7332-4670-C80D-818A65949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逻辑回归（</a:t>
            </a:r>
            <a:r>
              <a:rPr lang="en-US" altLang="zh-CN" dirty="0"/>
              <a:t>Logistic Regression</a:t>
            </a:r>
            <a:r>
              <a:rPr lang="zh-CN" altLang="en-US" dirty="0"/>
              <a:t>，</a:t>
            </a:r>
            <a:r>
              <a:rPr lang="en-US" altLang="zh-CN" dirty="0"/>
              <a:t>LR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A0F165-9F26-4520-67F8-2084BCD7E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3353BBE-22C1-27F8-3147-3CAB9456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409" y="1159876"/>
            <a:ext cx="4369858" cy="22572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3646EA4-8485-E97F-F97B-EDC27035BE01}"/>
                  </a:ext>
                </a:extLst>
              </p:cNvPr>
              <p:cNvSpPr txBox="1"/>
              <p:nvPr/>
            </p:nvSpPr>
            <p:spPr>
              <a:xfrm>
                <a:off x="863071" y="1308107"/>
                <a:ext cx="6096000" cy="1284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zh-CN" altLang="en-US" sz="2400" b="1" dirty="0">
                    <a:solidFill>
                      <a:schemeClr val="tx2"/>
                    </a:solidFill>
                  </a:rPr>
                  <a:t> 分类模型  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24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  <m: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sz="2400" b="1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chemeClr val="tx2"/>
                    </a:solidFill>
                  </a:rPr>
                  <a:t>逻辑回归模型  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24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  <m: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sz="2400" b="1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3646EA4-8485-E97F-F97B-EDC27035B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1308107"/>
                <a:ext cx="6096000" cy="1284582"/>
              </a:xfrm>
              <a:prstGeom prst="rect">
                <a:avLst/>
              </a:prstGeom>
              <a:blipFill>
                <a:blip r:embed="rId3"/>
                <a:stretch>
                  <a:fillRect l="-1600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8A00F641-013E-5113-7CF5-643DD6E74A3B}"/>
              </a:ext>
            </a:extLst>
          </p:cNvPr>
          <p:cNvCxnSpPr>
            <a:cxnSpLocks/>
          </p:cNvCxnSpPr>
          <p:nvPr/>
        </p:nvCxnSpPr>
        <p:spPr>
          <a:xfrm>
            <a:off x="5232400" y="2345766"/>
            <a:ext cx="1981200" cy="143434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F49FD5B-58B9-5959-00B1-B2C4383DD7BA}"/>
                  </a:ext>
                </a:extLst>
              </p:cNvPr>
              <p:cNvSpPr txBox="1"/>
              <p:nvPr/>
            </p:nvSpPr>
            <p:spPr>
              <a:xfrm>
                <a:off x="863071" y="3672716"/>
                <a:ext cx="10898187" cy="61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zh-CN" altLang="en-US" sz="2400" b="1" dirty="0">
                    <a:solidFill>
                      <a:schemeClr val="tx2"/>
                    </a:solidFill>
                  </a:rPr>
                  <a:t> 分类误差函数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≠</m:t>
                            </m:r>
                            <m:sSub>
                              <m:sSub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F49FD5B-58B9-5959-00B1-B2C4383DD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3672716"/>
                <a:ext cx="10898187" cy="615874"/>
              </a:xfrm>
              <a:prstGeom prst="rect">
                <a:avLst/>
              </a:prstGeom>
              <a:blipFill>
                <a:blip r:embed="rId4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600D5E4-4EC5-E3C0-448C-582772EB60AE}"/>
                  </a:ext>
                </a:extLst>
              </p:cNvPr>
              <p:cNvSpPr txBox="1"/>
              <p:nvPr/>
            </p:nvSpPr>
            <p:spPr>
              <a:xfrm>
                <a:off x="863071" y="4302086"/>
                <a:ext cx="11279187" cy="61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2"/>
                    </a:solidFill>
                  </a:rPr>
                  <a:t>逻辑回归误差函数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sz="240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sz="240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600D5E4-4EC5-E3C0-448C-582772EB6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4302086"/>
                <a:ext cx="11279187" cy="615874"/>
              </a:xfrm>
              <a:prstGeom prst="rect">
                <a:avLst/>
              </a:prstGeom>
              <a:blipFill>
                <a:blip r:embed="rId5"/>
                <a:stretch>
                  <a:fillRect l="-865" b="-49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ight Arrow 22">
            <a:extLst>
              <a:ext uri="{FF2B5EF4-FFF2-40B4-BE49-F238E27FC236}">
                <a16:creationId xmlns:a16="http://schemas.microsoft.com/office/drawing/2014/main" id="{F64F2EFF-9FF6-EB84-83ED-56CF5147FC6A}"/>
              </a:ext>
            </a:extLst>
          </p:cNvPr>
          <p:cNvSpPr/>
          <p:nvPr/>
        </p:nvSpPr>
        <p:spPr>
          <a:xfrm rot="5400000">
            <a:off x="2215609" y="2716236"/>
            <a:ext cx="587628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C0785B1-24B2-C98B-334E-C620FDDE7310}"/>
              </a:ext>
            </a:extLst>
          </p:cNvPr>
          <p:cNvSpPr txBox="1"/>
          <p:nvPr/>
        </p:nvSpPr>
        <p:spPr>
          <a:xfrm>
            <a:off x="863071" y="5414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课外阅读：利用最大似然估计导出逻辑回归的误差函数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519EA15-0803-C3F1-1BDF-2B3BFAEB9055}"/>
              </a:ext>
            </a:extLst>
          </p:cNvPr>
          <p:cNvSpPr txBox="1"/>
          <p:nvPr/>
        </p:nvSpPr>
        <p:spPr>
          <a:xfrm>
            <a:off x="7421608" y="384013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（不连续，不利于基于梯度的优化算法）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A4FDC7-CF0E-5B83-3503-BA6907A6C1E8}"/>
              </a:ext>
            </a:extLst>
          </p:cNvPr>
          <p:cNvSpPr txBox="1"/>
          <p:nvPr/>
        </p:nvSpPr>
        <p:spPr>
          <a:xfrm>
            <a:off x="9729933" y="445274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（具有概率解释）</a:t>
            </a:r>
          </a:p>
        </p:txBody>
      </p:sp>
    </p:spTree>
    <p:extLst>
      <p:ext uri="{BB962C8B-B14F-4D97-AF65-F5344CB8AC3E}">
        <p14:creationId xmlns:p14="http://schemas.microsoft.com/office/powerpoint/2010/main" val="166081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8" grpId="0"/>
      <p:bldP spid="29" grpId="0"/>
      <p:bldP spid="32" grpId="0" animBg="1"/>
      <p:bldP spid="34" grpId="0"/>
      <p:bldP spid="3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550A3-A2D3-819A-B2CC-64260281A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4029-3C5F-1466-61DC-EAE9C89E3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线性判别分析</a:t>
            </a:r>
            <a:r>
              <a:rPr lang="zh-CN" altLang="en-US" dirty="0"/>
              <a:t>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Discriminant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，</a:t>
            </a:r>
            <a:r>
              <a:rPr lang="en-US" altLang="zh-CN" dirty="0"/>
              <a:t>LDA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735C3C-CFD7-5DA6-C58F-F44EDFB1A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12">
            <a:extLst>
              <a:ext uri="{FF2B5EF4-FFF2-40B4-BE49-F238E27FC236}">
                <a16:creationId xmlns:a16="http://schemas.microsoft.com/office/drawing/2014/main" id="{D5B5DBD2-3215-1E6D-5CB6-7882F94317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25" r="6884"/>
          <a:stretch/>
        </p:blipFill>
        <p:spPr>
          <a:xfrm>
            <a:off x="381242" y="2261590"/>
            <a:ext cx="4119121" cy="3305610"/>
          </a:xfrm>
          <a:prstGeom prst="rect">
            <a:avLst/>
          </a:prstGeom>
        </p:spPr>
      </p:pic>
      <p:sp>
        <p:nvSpPr>
          <p:cNvPr id="15" name="TextBox 2">
            <a:extLst>
              <a:ext uri="{FF2B5EF4-FFF2-40B4-BE49-F238E27FC236}">
                <a16:creationId xmlns:a16="http://schemas.microsoft.com/office/drawing/2014/main" id="{1383DBD8-8FA0-86AA-DA5E-7528708C20B6}"/>
              </a:ext>
            </a:extLst>
          </p:cNvPr>
          <p:cNvSpPr txBox="1"/>
          <p:nvPr/>
        </p:nvSpPr>
        <p:spPr>
          <a:xfrm>
            <a:off x="343616" y="1226903"/>
            <a:ext cx="831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LDA </a:t>
            </a:r>
            <a:r>
              <a:rPr lang="zh-CN" altLang="en-US" sz="2400" dirty="0">
                <a:solidFill>
                  <a:schemeClr val="tx1"/>
                </a:solidFill>
              </a:rPr>
              <a:t>的朴素思想：样本在直线上的投影点按照不同类型聚集</a:t>
            </a:r>
            <a:endParaRPr lang="en-CN" altLang="zh-CN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87069CC-6D19-D08C-50A0-23600888E097}"/>
                  </a:ext>
                </a:extLst>
              </p:cNvPr>
              <p:cNvSpPr txBox="1"/>
              <p:nvPr/>
            </p:nvSpPr>
            <p:spPr>
              <a:xfrm>
                <a:off x="4804774" y="2153493"/>
                <a:ext cx="532982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000" b="1" dirty="0">
                    <a:solidFill>
                      <a:schemeClr val="tx2"/>
                    </a:solidFill>
                  </a:rPr>
                  <a:t>第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chemeClr val="tx2"/>
                    </a:solidFill>
                  </a:rPr>
                  <a:t> 类样本中心与协方差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/>
                  <a:t>    </a:t>
                </a:r>
                <a:r>
                  <a:rPr lang="en-US" altLang="zh-CN" sz="2000" dirty="0">
                    <a:solidFill>
                      <a:schemeClr val="tx2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sz="2000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)</a:t>
                </a:r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87069CC-6D19-D08C-50A0-23600888E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2153493"/>
                <a:ext cx="5329826" cy="400110"/>
              </a:xfrm>
              <a:prstGeom prst="rect">
                <a:avLst/>
              </a:prstGeom>
              <a:blipFill>
                <a:blip r:embed="rId3"/>
                <a:stretch>
                  <a:fillRect l="-1143" t="-12121" b="-28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D5299BC-1DEF-913F-E4E3-9F0B4335DED8}"/>
                  </a:ext>
                </a:extLst>
              </p:cNvPr>
              <p:cNvSpPr txBox="1"/>
              <p:nvPr/>
            </p:nvSpPr>
            <p:spPr>
              <a:xfrm>
                <a:off x="4804774" y="2605188"/>
                <a:ext cx="532982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000" b="1" dirty="0">
                    <a:solidFill>
                      <a:schemeClr val="tx2"/>
                    </a:solidFill>
                  </a:rPr>
                  <a:t>投影后所得中心与协方差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D5299BC-1DEF-913F-E4E3-9F0B4335D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2605188"/>
                <a:ext cx="5329826" cy="400110"/>
              </a:xfrm>
              <a:prstGeom prst="rect">
                <a:avLst/>
              </a:prstGeom>
              <a:blipFill>
                <a:blip r:embed="rId4"/>
                <a:stretch>
                  <a:fillRect l="-1143"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组合 21">
            <a:extLst>
              <a:ext uri="{FF2B5EF4-FFF2-40B4-BE49-F238E27FC236}">
                <a16:creationId xmlns:a16="http://schemas.microsoft.com/office/drawing/2014/main" id="{9EFDC2D9-7AD5-028C-8817-CD598F1E656F}"/>
              </a:ext>
            </a:extLst>
          </p:cNvPr>
          <p:cNvGrpSpPr/>
          <p:nvPr/>
        </p:nvGrpSpPr>
        <p:grpSpPr>
          <a:xfrm>
            <a:off x="4804774" y="3309174"/>
            <a:ext cx="4820323" cy="1210442"/>
            <a:chOff x="4804774" y="3141468"/>
            <a:chExt cx="4820323" cy="1210442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748ACFBE-743F-818E-1BC9-30295C21747B}"/>
                </a:ext>
              </a:extLst>
            </p:cNvPr>
            <p:cNvSpPr txBox="1"/>
            <p:nvPr/>
          </p:nvSpPr>
          <p:spPr>
            <a:xfrm>
              <a:off x="4804774" y="3141468"/>
              <a:ext cx="205322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000" b="1" dirty="0"/>
                <a:t>最大化目标函数</a:t>
              </a:r>
              <a:endParaRPr lang="zh-CN" altLang="en-US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9F0DC6F-4AAD-BFB6-DE7B-1773159928A1}"/>
                    </a:ext>
                  </a:extLst>
                </p:cNvPr>
                <p:cNvSpPr txBox="1"/>
                <p:nvPr/>
              </p:nvSpPr>
              <p:spPr>
                <a:xfrm>
                  <a:off x="5995257" y="3677302"/>
                  <a:ext cx="3629840" cy="6746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𝒘</m:t>
                                        </m:r>
                                      </m:e>
                                      <m:sup>
                                        <m:r>
                                          <a:rPr lang="en-US" altLang="zh-CN" sz="2000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𝒘</m:t>
                                        </m:r>
                                      </m:e>
                                      <m:sup>
                                        <m:r>
                                          <a:rPr lang="en-US" altLang="zh-CN" sz="2000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den>
                        </m:f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9F0DC6F-4AAD-BFB6-DE7B-177315992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257" y="3677302"/>
                  <a:ext cx="3629840" cy="674608"/>
                </a:xfrm>
                <a:prstGeom prst="rect">
                  <a:avLst/>
                </a:prstGeom>
                <a:blipFill>
                  <a:blip r:embed="rId5"/>
                  <a:stretch>
                    <a:fillRect b="-90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2BE9B12-A48B-5206-0661-1124E5BDB10A}"/>
                  </a:ext>
                </a:extLst>
              </p:cNvPr>
              <p:cNvSpPr txBox="1"/>
              <p:nvPr/>
            </p:nvSpPr>
            <p:spPr>
              <a:xfrm>
                <a:off x="4711375" y="4773737"/>
                <a:ext cx="6096000" cy="554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0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00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argm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ax</m:t>
                              </m:r>
                            </m:e>
                            <m:lim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2BE9B12-A48B-5206-0661-1124E5BDB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375" y="4773737"/>
                <a:ext cx="6096000" cy="554319"/>
              </a:xfrm>
              <a:prstGeom prst="rect">
                <a:avLst/>
              </a:prstGeom>
              <a:blipFill>
                <a:blip r:embed="rId6"/>
                <a:stretch>
                  <a:fillRect b="-21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3F71D5B-1539-874D-4D41-1D9D9FA9B1D2}"/>
                  </a:ext>
                </a:extLst>
              </p:cNvPr>
              <p:cNvSpPr txBox="1"/>
              <p:nvPr/>
            </p:nvSpPr>
            <p:spPr>
              <a:xfrm>
                <a:off x="4804774" y="5567200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课外阅读：利用拉格朗日乘子法导出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zh-CN" altLang="en-US" dirty="0"/>
                  <a:t> </a:t>
                </a: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3F71D5B-1539-874D-4D41-1D9D9FA9B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5567200"/>
                <a:ext cx="6096000" cy="369332"/>
              </a:xfrm>
              <a:prstGeom prst="rect">
                <a:avLst/>
              </a:prstGeom>
              <a:blipFill>
                <a:blip r:embed="rId7"/>
                <a:stretch>
                  <a:fillRect l="-800" t="-13115" b="-196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50EAB0C0-93D2-D813-08CB-5BD30151D27A}"/>
              </a:ext>
            </a:extLst>
          </p:cNvPr>
          <p:cNvSpPr txBox="1"/>
          <p:nvPr/>
        </p:nvSpPr>
        <p:spPr>
          <a:xfrm>
            <a:off x="9779433" y="387217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（增大不同类的距离）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AB108E-DF71-F86F-9831-60094EA45D62}"/>
              </a:ext>
            </a:extLst>
          </p:cNvPr>
          <p:cNvSpPr txBox="1"/>
          <p:nvPr/>
        </p:nvSpPr>
        <p:spPr>
          <a:xfrm>
            <a:off x="9779433" y="424748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（减小同一类的距离）</a:t>
            </a:r>
          </a:p>
        </p:txBody>
      </p:sp>
    </p:spTree>
    <p:extLst>
      <p:ext uri="{BB962C8B-B14F-4D97-AF65-F5344CB8AC3E}">
        <p14:creationId xmlns:p14="http://schemas.microsoft.com/office/powerpoint/2010/main" val="373726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19" grpId="0"/>
      <p:bldP spid="24" grpId="0"/>
      <p:bldP spid="25" grpId="0"/>
      <p:bldP spid="4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0E6C-EDF9-650A-9851-9E9BFF68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多分类学习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6BD3A-5D50-54CD-B289-F018514F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13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9317288-D96F-00E5-9845-541423DE2C15}"/>
              </a:ext>
            </a:extLst>
          </p:cNvPr>
          <p:cNvSpPr txBox="1"/>
          <p:nvPr/>
        </p:nvSpPr>
        <p:spPr>
          <a:xfrm>
            <a:off x="381242" y="1050462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/>
              <a:t>如何利用已有的二分类算法进行多分类问题？</a:t>
            </a:r>
            <a:endParaRPr lang="en-CN" altLang="zh-CN" sz="2400" b="1" dirty="0">
              <a:solidFill>
                <a:schemeClr val="tx1"/>
              </a:solidFill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07568878-29B0-6A62-0FFC-D0F1A7F1B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09" y="2537308"/>
            <a:ext cx="5512794" cy="2026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50DBCED-C50F-FAE5-873B-4EB5E7908358}"/>
                  </a:ext>
                </a:extLst>
              </p:cNvPr>
              <p:cNvSpPr txBox="1"/>
              <p:nvPr/>
            </p:nvSpPr>
            <p:spPr>
              <a:xfrm>
                <a:off x="983611" y="5075067"/>
                <a:ext cx="4308056" cy="8652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OvO (One vs One)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en-US" altLang="zh-CN" sz="1600" i="1" dirty="0">
                    <a:solidFill>
                      <a:schemeClr val="tx2"/>
                    </a:solidFill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个类别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个二分类任务</a:t>
                </a:r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bg1">
                        <a:lumMod val="65000"/>
                      </a:schemeClr>
                    </a:solidFill>
                  </a:rPr>
                  <a:t>更耗时，但更准确，没有混淆其它的类别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50DBCED-C50F-FAE5-873B-4EB5E790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611" y="5075067"/>
                <a:ext cx="4308056" cy="865237"/>
              </a:xfrm>
              <a:prstGeom prst="rect">
                <a:avLst/>
              </a:prstGeom>
              <a:blipFill>
                <a:blip r:embed="rId4"/>
                <a:stretch>
                  <a:fillRect t="-4965" b="-7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65FCB48-FF8C-B233-C576-5331750E82C4}"/>
                  </a:ext>
                </a:extLst>
              </p:cNvPr>
              <p:cNvSpPr txBox="1"/>
              <p:nvPr/>
            </p:nvSpPr>
            <p:spPr>
              <a:xfrm>
                <a:off x="7198145" y="5075067"/>
                <a:ext cx="4010244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OvR (One vs Rest)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en-US" altLang="zh-CN" sz="1600" i="1" dirty="0">
                    <a:solidFill>
                      <a:schemeClr val="tx2"/>
                    </a:solidFill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个类别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</a:t>
                </a:r>
                <a:r>
                  <a:rPr lang="en-US" altLang="zh-CN" sz="1600" b="0" i="1" dirty="0">
                    <a:solidFill>
                      <a:schemeClr val="tx2"/>
                    </a:solidFill>
                    <a:latin typeface="+mj-lt"/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个二分类任务</a:t>
                </a:r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bg1">
                        <a:lumMod val="65000"/>
                      </a:schemeClr>
                    </a:solidFill>
                  </a:rPr>
                  <a:t>更常用，但容易存在类别不平衡的问题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65FCB48-FF8C-B233-C576-5331750E8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8145" y="5075067"/>
                <a:ext cx="4010244" cy="861774"/>
              </a:xfrm>
              <a:prstGeom prst="rect">
                <a:avLst/>
              </a:prstGeom>
              <a:blipFill>
                <a:blip r:embed="rId5"/>
                <a:stretch>
                  <a:fillRect t="-4965" b="-7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302F62A-6755-32F8-6B34-96EE18157CED}"/>
              </a:ext>
            </a:extLst>
          </p:cNvPr>
          <p:cNvCxnSpPr/>
          <p:nvPr/>
        </p:nvCxnSpPr>
        <p:spPr>
          <a:xfrm>
            <a:off x="6096000" y="2370667"/>
            <a:ext cx="0" cy="245533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274F0B9-C327-8704-AA37-BC984592010D}"/>
              </a:ext>
            </a:extLst>
          </p:cNvPr>
          <p:cNvCxnSpPr/>
          <p:nvPr/>
        </p:nvCxnSpPr>
        <p:spPr>
          <a:xfrm flipH="1">
            <a:off x="1270000" y="2946400"/>
            <a:ext cx="1176867" cy="762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5873BED-603C-27D3-9127-2B9455F438ED}"/>
              </a:ext>
            </a:extLst>
          </p:cNvPr>
          <p:cNvCxnSpPr/>
          <p:nvPr/>
        </p:nvCxnSpPr>
        <p:spPr>
          <a:xfrm flipH="1">
            <a:off x="1574800" y="3225800"/>
            <a:ext cx="872067" cy="423333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CCAEA65-23AB-5F5E-FF2B-E24FE433A807}"/>
              </a:ext>
            </a:extLst>
          </p:cNvPr>
          <p:cNvCxnSpPr>
            <a:cxnSpLocks/>
          </p:cNvCxnSpPr>
          <p:nvPr/>
        </p:nvCxnSpPr>
        <p:spPr>
          <a:xfrm flipH="1">
            <a:off x="2446867" y="3318933"/>
            <a:ext cx="431800" cy="42333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7DEB02A-CA6D-FE01-ADE6-0A551F01C66B}"/>
              </a:ext>
            </a:extLst>
          </p:cNvPr>
          <p:cNvCxnSpPr>
            <a:cxnSpLocks/>
          </p:cNvCxnSpPr>
          <p:nvPr/>
        </p:nvCxnSpPr>
        <p:spPr>
          <a:xfrm>
            <a:off x="3149600" y="3318933"/>
            <a:ext cx="287867" cy="42333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5D852481-2894-D183-B5A7-679B0D241653}"/>
              </a:ext>
            </a:extLst>
          </p:cNvPr>
          <p:cNvCxnSpPr>
            <a:cxnSpLocks/>
          </p:cNvCxnSpPr>
          <p:nvPr/>
        </p:nvCxnSpPr>
        <p:spPr>
          <a:xfrm>
            <a:off x="3640667" y="3166533"/>
            <a:ext cx="550333" cy="4826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463BFD6-3762-1830-602F-3EF90816626C}"/>
              </a:ext>
            </a:extLst>
          </p:cNvPr>
          <p:cNvCxnSpPr>
            <a:cxnSpLocks/>
          </p:cNvCxnSpPr>
          <p:nvPr/>
        </p:nvCxnSpPr>
        <p:spPr>
          <a:xfrm>
            <a:off x="3750733" y="2844800"/>
            <a:ext cx="829734" cy="1778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6CBCC49-3267-0757-B1BF-5CB63B5C45D7}"/>
              </a:ext>
            </a:extLst>
          </p:cNvPr>
          <p:cNvSpPr txBox="1"/>
          <p:nvPr/>
        </p:nvSpPr>
        <p:spPr>
          <a:xfrm>
            <a:off x="2344141" y="208181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四分类问题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15850D-4252-BB6B-D0C8-398FB64492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952" y="2537308"/>
            <a:ext cx="5224725" cy="2158171"/>
          </a:xfrm>
          <a:prstGeom prst="rect">
            <a:avLst/>
          </a:prstGeom>
        </p:spPr>
      </p:pic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C801372-E207-DBAC-7BA1-D684C2930D73}"/>
              </a:ext>
            </a:extLst>
          </p:cNvPr>
          <p:cNvCxnSpPr>
            <a:cxnSpLocks/>
          </p:cNvCxnSpPr>
          <p:nvPr/>
        </p:nvCxnSpPr>
        <p:spPr>
          <a:xfrm flipH="1">
            <a:off x="7323667" y="3128433"/>
            <a:ext cx="1089866" cy="4699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8337468-F726-8029-DBF7-90D30AB0964E}"/>
              </a:ext>
            </a:extLst>
          </p:cNvPr>
          <p:cNvCxnSpPr>
            <a:cxnSpLocks/>
          </p:cNvCxnSpPr>
          <p:nvPr/>
        </p:nvCxnSpPr>
        <p:spPr>
          <a:xfrm flipH="1">
            <a:off x="8483600" y="3363383"/>
            <a:ext cx="296333" cy="25301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DC91773A-0E8D-CFA5-3478-E21EB3A1A473}"/>
              </a:ext>
            </a:extLst>
          </p:cNvPr>
          <p:cNvCxnSpPr>
            <a:cxnSpLocks/>
          </p:cNvCxnSpPr>
          <p:nvPr/>
        </p:nvCxnSpPr>
        <p:spPr>
          <a:xfrm>
            <a:off x="9330267" y="3363383"/>
            <a:ext cx="339804" cy="23495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CF08E3D2-84FF-D934-605D-6F537D69BD8E}"/>
              </a:ext>
            </a:extLst>
          </p:cNvPr>
          <p:cNvCxnSpPr>
            <a:cxnSpLocks/>
          </p:cNvCxnSpPr>
          <p:nvPr/>
        </p:nvCxnSpPr>
        <p:spPr>
          <a:xfrm>
            <a:off x="9670071" y="3166533"/>
            <a:ext cx="1311196" cy="4826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550265A2-0676-0CFE-1A08-CD7CD82A4043}"/>
              </a:ext>
            </a:extLst>
          </p:cNvPr>
          <p:cNvSpPr txBox="1"/>
          <p:nvPr/>
        </p:nvSpPr>
        <p:spPr>
          <a:xfrm>
            <a:off x="8380791" y="208181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四分类问题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D70F5AB-2423-5E92-5A8B-5ADF14A62DAF}"/>
              </a:ext>
            </a:extLst>
          </p:cNvPr>
          <p:cNvSpPr txBox="1"/>
          <p:nvPr/>
        </p:nvSpPr>
        <p:spPr>
          <a:xfrm>
            <a:off x="6392576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是不是红色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B77B6D-EE09-3E75-FE8D-9DBB6825851C}"/>
              </a:ext>
            </a:extLst>
          </p:cNvPr>
          <p:cNvSpPr txBox="1"/>
          <p:nvPr/>
        </p:nvSpPr>
        <p:spPr>
          <a:xfrm>
            <a:off x="7777747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是不是蓝色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AB588B1-2568-F7A5-B30C-4ECBB5706652}"/>
              </a:ext>
            </a:extLst>
          </p:cNvPr>
          <p:cNvSpPr txBox="1"/>
          <p:nvPr/>
        </p:nvSpPr>
        <p:spPr>
          <a:xfrm>
            <a:off x="9162918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是不是紫色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73CFBCA-FDFB-4790-6E37-4D113B1020D6}"/>
              </a:ext>
            </a:extLst>
          </p:cNvPr>
          <p:cNvSpPr txBox="1"/>
          <p:nvPr/>
        </p:nvSpPr>
        <p:spPr>
          <a:xfrm>
            <a:off x="10548088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是不是绿色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19E3924-EF73-3C03-13E5-225308A5B131}"/>
              </a:ext>
            </a:extLst>
          </p:cNvPr>
          <p:cNvSpPr txBox="1"/>
          <p:nvPr/>
        </p:nvSpPr>
        <p:spPr>
          <a:xfrm>
            <a:off x="344747" y="2480846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蓝？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E266034-59C0-A1CE-639F-485200FD2FDB}"/>
              </a:ext>
            </a:extLst>
          </p:cNvPr>
          <p:cNvSpPr txBox="1"/>
          <p:nvPr/>
        </p:nvSpPr>
        <p:spPr>
          <a:xfrm>
            <a:off x="4924694" y="2555459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F4D8777-65E9-900A-E03F-E6476B52BCD8}"/>
              </a:ext>
            </a:extLst>
          </p:cNvPr>
          <p:cNvSpPr txBox="1"/>
          <p:nvPr/>
        </p:nvSpPr>
        <p:spPr>
          <a:xfrm>
            <a:off x="4476882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紫？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008A50E-E4D7-F9FA-B4E6-A2CA829A5348}"/>
              </a:ext>
            </a:extLst>
          </p:cNvPr>
          <p:cNvSpPr txBox="1"/>
          <p:nvPr/>
        </p:nvSpPr>
        <p:spPr>
          <a:xfrm>
            <a:off x="3279644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3EE92A9F-AD6B-955D-76E9-EBDFF731D982}"/>
              </a:ext>
            </a:extLst>
          </p:cNvPr>
          <p:cNvSpPr txBox="1"/>
          <p:nvPr/>
        </p:nvSpPr>
        <p:spPr>
          <a:xfrm>
            <a:off x="2082405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红？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62002C1-E870-B48B-8C2A-D8337C33D3D5}"/>
              </a:ext>
            </a:extLst>
          </p:cNvPr>
          <p:cNvSpPr txBox="1"/>
          <p:nvPr/>
        </p:nvSpPr>
        <p:spPr>
          <a:xfrm>
            <a:off x="885166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</p:spTree>
    <p:extLst>
      <p:ext uri="{BB962C8B-B14F-4D97-AF65-F5344CB8AC3E}">
        <p14:creationId xmlns:p14="http://schemas.microsoft.com/office/powerpoint/2010/main" val="321360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26" grpId="0"/>
      <p:bldP spid="44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413E1-BF5A-E128-C303-155C0A786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3328CB-B9B0-B9E4-0878-68D880DEF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2F0EB75-C518-3F2C-2F1C-437005A4D4B9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485AF6-403C-4ECD-AF6C-A8868D7B9D6A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AB92A9-C5E4-F39D-69CC-5C0938C12B29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三、</a:t>
            </a:r>
            <a:r>
              <a:rPr lang="zh-CN" altLang="en-CN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E88BE3-C4B7-00CD-44DD-BEC4C9F35E6A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9C5448A-DCBD-4B84-8C49-4CD051736635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14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13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D710D-66C3-FFE3-B89D-2C81751B5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决策树</a:t>
            </a:r>
            <a:r>
              <a:rPr lang="zh-CN" altLang="en-US" dirty="0"/>
              <a:t>的基本流程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36CEF-FC83-7882-189B-CFAECDCA1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15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7186E-77C4-408D-174E-7193208665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767"/>
          <a:stretch/>
        </p:blipFill>
        <p:spPr>
          <a:xfrm>
            <a:off x="863842" y="2351616"/>
            <a:ext cx="4749800" cy="337202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E2BE08C-37F7-2136-5081-F4C271D999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637" b="98682" l="1613" r="99707">
                        <a14:foregroundMark x1="28739" y1="17326" x2="28739" y2="17326"/>
                        <a14:foregroundMark x1="74373" y1="86707" x2="76545" y2="89326"/>
                        <a14:foregroundMark x1="26404" y1="28849" x2="72376" y2="84299"/>
                        <a14:foregroundMark x1="9824" y1="8851" x2="20954" y2="22276"/>
                        <a14:foregroundMark x1="76833" y1="14124" x2="1906" y2="90960"/>
                        <a14:foregroundMark x1="75660" y1="21092" x2="38710" y2="91149"/>
                        <a14:foregroundMark x1="89150" y1="35782" x2="82111" y2="27684"/>
                        <a14:foregroundMark x1="73900" y1="44256" x2="75637" y2="79203"/>
                        <a14:foregroundMark x1="87348" y1="84355" x2="87456" y2="86579"/>
                        <a14:foregroundMark x1="87197" y1="81232" x2="87233" y2="81976"/>
                        <a14:foregroundMark x1="86769" y1="72384" x2="86848" y2="74019"/>
                        <a14:foregroundMark x1="83724" y1="9416" x2="85665" y2="49551"/>
                        <a14:foregroundMark x1="22018" y1="20589" x2="19941" y2="22222"/>
                        <a14:foregroundMark x1="36950" y1="8851" x2="25657" y2="17728"/>
                        <a14:foregroundMark x1="19941" y1="22222" x2="17279" y2="28105"/>
                        <a14:foregroundMark x1="9139" y1="56232" x2="18035" y2="86441"/>
                        <a14:foregroundMark x1="18035" y1="86441" x2="46774" y2="91525"/>
                        <a14:foregroundMark x1="46774" y1="91525" x2="82845" y2="63653"/>
                        <a14:foregroundMark x1="82845" y1="63653" x2="69501" y2="10546"/>
                        <a14:foregroundMark x1="69501" y1="10546" x2="28316" y2="20054"/>
                        <a14:foregroundMark x1="27819" y1="26604" x2="53372" y2="72316"/>
                        <a14:foregroundMark x1="53372" y1="72316" x2="73167" y2="20151"/>
                        <a14:foregroundMark x1="73167" y1="20151" x2="51613" y2="64783"/>
                        <a14:foregroundMark x1="51613" y1="64783" x2="44135" y2="38983"/>
                        <a14:foregroundMark x1="44135" y1="38983" x2="55718" y2="36347"/>
                        <a14:foregroundMark x1="55718" y1="36347" x2="27566" y2="82298"/>
                        <a14:foregroundMark x1="27566" y1="82298" x2="7038" y2="84934"/>
                        <a14:foregroundMark x1="7038" y1="84934" x2="14223" y2="65537"/>
                        <a14:foregroundMark x1="96921" y1="46328" x2="93255" y2="73823"/>
                        <a14:foregroundMark x1="54692" y1="6026" x2="79326" y2="7345"/>
                        <a14:foregroundMark x1="16569" y1="6591" x2="4545" y2="47458"/>
                        <a14:foregroundMark x1="13636" y1="9416" x2="41202" y2="8851"/>
                        <a14:foregroundMark x1="92815" y1="10923" x2="99853" y2="41431"/>
                        <a14:foregroundMark x1="89150" y1="5650" x2="8651" y2="5273"/>
                        <a14:foregroundMark x1="7625" y1="8851" x2="3519" y2="35782"/>
                        <a14:foregroundMark x1="3959" y1="8851" x2="3959" y2="8851"/>
                        <a14:foregroundMark x1="2933" y1="3578" x2="22727" y2="3766"/>
                        <a14:foregroundMark x1="22727" y1="3766" x2="74194" y2="1883"/>
                        <a14:foregroundMark x1="74194" y1="1883" x2="96481" y2="2637"/>
                        <a14:foregroundMark x1="96481" y1="2637" x2="94428" y2="8663"/>
                        <a14:foregroundMark x1="80938" y1="27872" x2="47947" y2="96234"/>
                        <a14:foregroundMark x1="47947" y1="96234" x2="13050" y2="93597"/>
                        <a14:foregroundMark x1="13050" y1="93597" x2="16569" y2="92467"/>
                        <a14:foregroundMark x1="15689" y1="30508" x2="15689" y2="30508"/>
                        <a14:foregroundMark x1="30645" y1="26742" x2="14809" y2="44821"/>
                        <a14:foregroundMark x1="28152" y1="14689" x2="1613" y2="55179"/>
                        <a14:foregroundMark x1="1613" y1="55179" x2="1613" y2="55179"/>
                        <a14:backgroundMark x1="74340" y1="99623" x2="73167" y2="83804"/>
                        <a14:backgroundMark x1="73167" y1="83804" x2="87830" y2="77024"/>
                        <a14:backgroundMark x1="87830" y1="77024" x2="92082" y2="77778"/>
                        <a14:backgroundMark x1="74340" y1="93597" x2="96774" y2="87947"/>
                        <a14:backgroundMark x1="90176" y1="92090" x2="78006" y2="95480"/>
                        <a14:backgroundMark x1="78006" y1="96422" x2="90176" y2="96422"/>
                        <a14:backgroundMark x1="90176" y1="96422" x2="86657" y2="79849"/>
                        <a14:backgroundMark x1="90323" y1="36535" x2="87830" y2="725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960" y="2351616"/>
            <a:ext cx="4330923" cy="337202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178891D-A8B4-BA00-B553-68F8EF9B2541}"/>
              </a:ext>
            </a:extLst>
          </p:cNvPr>
          <p:cNvSpPr txBox="1"/>
          <p:nvPr/>
        </p:nvSpPr>
        <p:spPr>
          <a:xfrm>
            <a:off x="1084714" y="5782906"/>
            <a:ext cx="4308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西瓜问题的一棵决策树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EC69C49-914A-D09B-E618-453447162C18}"/>
              </a:ext>
            </a:extLst>
          </p:cNvPr>
          <p:cNvSpPr txBox="1"/>
          <p:nvPr/>
        </p:nvSpPr>
        <p:spPr>
          <a:xfrm>
            <a:off x="7083827" y="5782906"/>
            <a:ext cx="4308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出门问题的一棵决策树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9328AB03-4C95-4A5E-0A43-CB7257A4A35B}"/>
              </a:ext>
            </a:extLst>
          </p:cNvPr>
          <p:cNvSpPr txBox="1"/>
          <p:nvPr/>
        </p:nvSpPr>
        <p:spPr>
          <a:xfrm>
            <a:off x="381241" y="1050462"/>
            <a:ext cx="11010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一种树状结构，其中每个内部节点表示一个判断，每个分支代表一个判断结果，最后每个叶节点代表一种分类结果。</a:t>
            </a:r>
            <a:endParaRPr lang="en-CN" altLang="zh-CN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490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3AFC-A10F-6CC1-827D-6CE4830A1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C4E3-DC35-CC59-22E8-4C207B43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决策树</a:t>
            </a:r>
            <a:r>
              <a:rPr lang="zh-CN" altLang="en-US" dirty="0"/>
              <a:t>的基本流程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663AF-ACCC-2D41-6277-A158BEF5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8FBEF631-2766-15A2-8B87-D17E72947F14}"/>
              </a:ext>
            </a:extLst>
          </p:cNvPr>
          <p:cNvSpPr txBox="1"/>
          <p:nvPr/>
        </p:nvSpPr>
        <p:spPr>
          <a:xfrm>
            <a:off x="381240" y="1050462"/>
            <a:ext cx="11556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决策树的生成是一个递归过程：对整体集合进行第一次划分，然后对每个部分都生成一个决策子树。</a:t>
            </a:r>
            <a:endParaRPr lang="en-CN" altLang="zh-CN" sz="20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4CE928B-1332-5835-43DC-7DBD83D77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8" y="2974962"/>
            <a:ext cx="3891624" cy="238443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EE60853-1031-37BD-489F-62B5ADBCB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308" y="2974962"/>
            <a:ext cx="3891624" cy="238443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784C2D6-2EAE-366A-7362-465AA674F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949" y="2974962"/>
            <a:ext cx="3891624" cy="2384437"/>
          </a:xfrm>
          <a:prstGeom prst="rect">
            <a:avLst/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C90FA77E-37A5-6A81-2347-332C3C34B794}"/>
              </a:ext>
            </a:extLst>
          </p:cNvPr>
          <p:cNvSpPr/>
          <p:nvPr/>
        </p:nvSpPr>
        <p:spPr>
          <a:xfrm>
            <a:off x="84668" y="3522133"/>
            <a:ext cx="4039640" cy="18372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11189FC-AFD4-F081-C7BF-67854D1D837A}"/>
              </a:ext>
            </a:extLst>
          </p:cNvPr>
          <p:cNvSpPr txBox="1"/>
          <p:nvPr/>
        </p:nvSpPr>
        <p:spPr>
          <a:xfrm>
            <a:off x="884484" y="2101396"/>
            <a:ext cx="309180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首次划分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根据纹理制定三种标准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444D9F6-58E4-76BC-A6AE-05AF7E76FC6D}"/>
              </a:ext>
            </a:extLst>
          </p:cNvPr>
          <p:cNvSpPr/>
          <p:nvPr/>
        </p:nvSpPr>
        <p:spPr>
          <a:xfrm>
            <a:off x="6193228" y="3522133"/>
            <a:ext cx="1822704" cy="8128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4B04CFA-9103-A8BC-F6D6-E3D39834292C}"/>
              </a:ext>
            </a:extLst>
          </p:cNvPr>
          <p:cNvSpPr txBox="1"/>
          <p:nvPr/>
        </p:nvSpPr>
        <p:spPr>
          <a:xfrm>
            <a:off x="5054600" y="2085823"/>
            <a:ext cx="208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不断划分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对于纹理清晰的瓜按根蒂继续划分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D7EA321-BACA-0F62-2C4E-F4441B31F5B1}"/>
              </a:ext>
            </a:extLst>
          </p:cNvPr>
          <p:cNvSpPr txBox="1"/>
          <p:nvPr/>
        </p:nvSpPr>
        <p:spPr>
          <a:xfrm>
            <a:off x="9060455" y="2113188"/>
            <a:ext cx="209861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递归生成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对每个部分不断划分直至分类结束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75B98B1-EEF4-5C4B-2681-655DB88ED3A2}"/>
              </a:ext>
            </a:extLst>
          </p:cNvPr>
          <p:cNvSpPr/>
          <p:nvPr/>
        </p:nvSpPr>
        <p:spPr>
          <a:xfrm>
            <a:off x="4082466" y="4059546"/>
            <a:ext cx="3891625" cy="132721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9EE25A6-1F2D-C6AA-1736-948C7E390CC3}"/>
              </a:ext>
            </a:extLst>
          </p:cNvPr>
          <p:cNvSpPr txBox="1"/>
          <p:nvPr/>
        </p:nvSpPr>
        <p:spPr>
          <a:xfrm>
            <a:off x="3048000" y="58075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划分标准？何时停止？泛化能力？</a:t>
            </a:r>
          </a:p>
        </p:txBody>
      </p:sp>
    </p:spTree>
    <p:extLst>
      <p:ext uri="{BB962C8B-B14F-4D97-AF65-F5344CB8AC3E}">
        <p14:creationId xmlns:p14="http://schemas.microsoft.com/office/powerpoint/2010/main" val="148636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 animBg="1"/>
      <p:bldP spid="11" grpId="0"/>
      <p:bldP spid="14" grpId="0"/>
      <p:bldP spid="16" grpId="0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7AD1A-1E98-CE2A-2796-B9B8C0AD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剪枝处理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282ED-54FA-8193-D5D4-38B605D34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900A4E-485F-8910-FE9B-16744EB56F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168"/>
          <a:stretch/>
        </p:blipFill>
        <p:spPr>
          <a:xfrm>
            <a:off x="381242" y="2322087"/>
            <a:ext cx="5918938" cy="37603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7E8272-09FF-E127-A710-5F918581A1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832"/>
          <a:stretch/>
        </p:blipFill>
        <p:spPr>
          <a:xfrm>
            <a:off x="6096000" y="2984819"/>
            <a:ext cx="5918938" cy="3097634"/>
          </a:xfrm>
          <a:prstGeom prst="rect">
            <a:avLst/>
          </a:prstGeom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1C2BAE74-EE64-243D-67B8-961343F640B3}"/>
              </a:ext>
            </a:extLst>
          </p:cNvPr>
          <p:cNvSpPr txBox="1"/>
          <p:nvPr/>
        </p:nvSpPr>
        <p:spPr>
          <a:xfrm>
            <a:off x="381242" y="1157144"/>
            <a:ext cx="81852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过大过密的决策树容易导致“过拟合”，因此需要及时进行“剪枝”</a:t>
            </a:r>
            <a:endParaRPr lang="en-CN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9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93513-48C0-F6B8-69E4-451F2CD05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多变量决策树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238B-BF64-95E5-306E-D1DE4E31B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18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9F8DDF0-39CD-6167-0EB9-481024D7F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40" y="1958705"/>
            <a:ext cx="2480246" cy="25352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D96628A-441D-4A17-B12A-283F4FAFB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89" y="2183348"/>
            <a:ext cx="2438987" cy="231061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4B38D345-6B55-0029-888C-AC583D5E0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692234"/>
            <a:ext cx="3204609" cy="180173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3D351E7-541F-F5AC-7B9C-4FDEBAD486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5712" y="2279624"/>
            <a:ext cx="2659045" cy="2214342"/>
          </a:xfrm>
          <a:prstGeom prst="rect">
            <a:avLst/>
          </a:prstGeom>
        </p:spPr>
      </p:pic>
      <p:sp>
        <p:nvSpPr>
          <p:cNvPr id="12" name="TextBox 2">
            <a:extLst>
              <a:ext uri="{FF2B5EF4-FFF2-40B4-BE49-F238E27FC236}">
                <a16:creationId xmlns:a16="http://schemas.microsoft.com/office/drawing/2014/main" id="{8C298A55-0E84-08CF-91A8-59D335195B4A}"/>
              </a:ext>
            </a:extLst>
          </p:cNvPr>
          <p:cNvSpPr txBox="1"/>
          <p:nvPr/>
        </p:nvSpPr>
        <p:spPr>
          <a:xfrm>
            <a:off x="381240" y="1050462"/>
            <a:ext cx="11556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内部叶子节点未必一定得是单变量判断条件，有时候使用多变量条件会得到更好的决策树。</a:t>
            </a:r>
            <a:endParaRPr lang="en-CN" altLang="zh-CN" sz="2000" b="1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4F8F152-CD4F-A18F-C094-8705407571A7}"/>
              </a:ext>
            </a:extLst>
          </p:cNvPr>
          <p:cNvSpPr txBox="1"/>
          <p:nvPr/>
        </p:nvSpPr>
        <p:spPr>
          <a:xfrm>
            <a:off x="238200" y="4694322"/>
            <a:ext cx="514637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单变量决策树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划分边界必定垂直坐标轴</a:t>
            </a:r>
            <a:endParaRPr lang="en-US" altLang="zh-CN" sz="1600" dirty="0">
              <a:solidFill>
                <a:schemeClr val="bg1">
                  <a:lumMod val="65000"/>
                </a:schemeClr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如果真实边界比较复杂时需要大量分段近似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2D33EBF-77BC-152E-1378-4E8F157EE098}"/>
              </a:ext>
            </a:extLst>
          </p:cNvPr>
          <p:cNvSpPr txBox="1"/>
          <p:nvPr/>
        </p:nvSpPr>
        <p:spPr>
          <a:xfrm>
            <a:off x="6468485" y="4694322"/>
            <a:ext cx="566424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多变量决策树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划分边界未必垂直坐标轴（甚至未必是直线段）</a:t>
            </a:r>
            <a:endParaRPr lang="en-US" altLang="zh-CN" sz="1600" dirty="0">
              <a:solidFill>
                <a:schemeClr val="bg1">
                  <a:lumMod val="65000"/>
                </a:schemeClr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拟合真实边界的能力更强，但自由度太高也会使得学习困难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1B62398E-6DFE-6743-E7C4-94111D1EBCA6}"/>
              </a:ext>
            </a:extLst>
          </p:cNvPr>
          <p:cNvSpPr txBox="1"/>
          <p:nvPr/>
        </p:nvSpPr>
        <p:spPr>
          <a:xfrm>
            <a:off x="269188" y="5807538"/>
            <a:ext cx="90765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/>
              <a:t>讨论：如果在叶子节点使用线性模型，或者继续嵌套决策树，或者甚至使用神经网络，会怎么样？</a:t>
            </a:r>
            <a:endParaRPr lang="en-CN" sz="16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598AD23-433D-4D2D-B417-C4B19C23FA51}"/>
              </a:ext>
            </a:extLst>
          </p:cNvPr>
          <p:cNvSpPr txBox="1"/>
          <p:nvPr/>
        </p:nvSpPr>
        <p:spPr>
          <a:xfrm>
            <a:off x="5016501" y="1459322"/>
            <a:ext cx="61552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（例如变量之间可能有相关性，只用单变量条件不容易刻画）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3000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B947-C54E-79A7-510F-86055AF3B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3F31D7-268B-1425-14E2-A984AF076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C9215A-9BD0-C99B-2C22-D94A8BF491D8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197E95-E6E0-BCEA-8937-C17693C6A96C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二、线性分类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032673-0E2F-D87D-CB73-0FBA73DB8F0D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三、决策树</a:t>
            </a:r>
            <a:endParaRPr lang="en-US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4BACB1-892A-BB5D-B91E-DC3EEE4FD887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5AFF99-F04E-424D-B5F3-A9277D5D0A7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19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390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A9498-BACC-AB13-D79B-BD0DCDDD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>
            <a:extLst>
              <a:ext uri="{FF2B5EF4-FFF2-40B4-BE49-F238E27FC236}">
                <a16:creationId xmlns:a16="http://schemas.microsoft.com/office/drawing/2014/main" id="{3B86DCB0-011F-2B52-9CAF-8A0C8E1A9D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分类问题</a:t>
            </a:r>
            <a:r>
              <a:rPr lang="zh-CN" altLang="en-US" dirty="0"/>
              <a:t>：二分类问题</a:t>
            </a:r>
            <a:endParaRPr lang="en-US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48F6AB-8418-A7ED-4310-38F9C31FD9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20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EB073D25-8CB8-8B11-335D-F7124C449D1A}"/>
                  </a:ext>
                </a:extLst>
              </p:cNvPr>
              <p:cNvSpPr txBox="1"/>
              <p:nvPr/>
            </p:nvSpPr>
            <p:spPr>
              <a:xfrm>
                <a:off x="381242" y="1050462"/>
                <a:ext cx="10586809" cy="4682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目标：在样本空间中找到一个超平面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zh-CN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2400" dirty="0">
                    <a:solidFill>
                      <a:schemeClr val="tx1"/>
                    </a:solidFill>
                  </a:rPr>
                  <a:t>，将不同类别的样本分开。</a:t>
                </a:r>
                <a:endParaRPr lang="en-CN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EB073D25-8CB8-8B11-335D-F7124C449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50462"/>
                <a:ext cx="10586809" cy="468205"/>
              </a:xfrm>
              <a:prstGeom prst="rect">
                <a:avLst/>
              </a:prstGeom>
              <a:blipFill>
                <a:blip r:embed="rId3"/>
                <a:stretch>
                  <a:fillRect l="-922" t="-15584" b="-220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DE4B7ECE-5AF7-4298-124F-BFAAD73E275B}"/>
              </a:ext>
            </a:extLst>
          </p:cNvPr>
          <p:cNvGrpSpPr/>
          <p:nvPr/>
        </p:nvGrpSpPr>
        <p:grpSpPr>
          <a:xfrm>
            <a:off x="693738" y="1972734"/>
            <a:ext cx="4081463" cy="3124200"/>
            <a:chOff x="474134" y="2370666"/>
            <a:chExt cx="4081463" cy="3124200"/>
          </a:xfrm>
        </p:grpSpPr>
        <p:sp>
          <p:nvSpPr>
            <p:cNvPr id="9" name="Line 4"/>
            <p:cNvSpPr>
              <a:spLocks noChangeShapeType="1"/>
            </p:cNvSpPr>
            <p:nvPr/>
          </p:nvSpPr>
          <p:spPr bwMode="auto">
            <a:xfrm flipV="1">
              <a:off x="609071" y="2453216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 flipV="1">
              <a:off x="474134" y="5378979"/>
              <a:ext cx="40814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AutoShape 6"/>
            <p:cNvSpPr>
              <a:spLocks noChangeArrowheads="1"/>
            </p:cNvSpPr>
            <p:nvPr/>
          </p:nvSpPr>
          <p:spPr bwMode="auto">
            <a:xfrm>
              <a:off x="1648883" y="3208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1074208" y="35660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1226608" y="41121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8456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379008" y="29691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>
              <a:off x="845608" y="38835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>
              <a:off x="998008" y="4035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1760008" y="3654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AutoShape 14"/>
            <p:cNvSpPr>
              <a:spLocks noChangeArrowheads="1"/>
            </p:cNvSpPr>
            <p:nvPr/>
          </p:nvSpPr>
          <p:spPr bwMode="auto">
            <a:xfrm>
              <a:off x="2661708" y="36422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AutoShape 15"/>
            <p:cNvSpPr>
              <a:spLocks noChangeArrowheads="1"/>
            </p:cNvSpPr>
            <p:nvPr/>
          </p:nvSpPr>
          <p:spPr bwMode="auto">
            <a:xfrm>
              <a:off x="22934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AutoShape 16"/>
            <p:cNvSpPr>
              <a:spLocks noChangeArrowheads="1"/>
            </p:cNvSpPr>
            <p:nvPr/>
          </p:nvSpPr>
          <p:spPr bwMode="auto">
            <a:xfrm>
              <a:off x="32840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1975908" y="50900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2598208" y="39597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AutoShape 19"/>
            <p:cNvSpPr>
              <a:spLocks noChangeArrowheads="1"/>
            </p:cNvSpPr>
            <p:nvPr/>
          </p:nvSpPr>
          <p:spPr bwMode="auto">
            <a:xfrm>
              <a:off x="1975908" y="44042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AutoShape 20"/>
            <p:cNvSpPr>
              <a:spLocks noChangeArrowheads="1"/>
            </p:cNvSpPr>
            <p:nvPr/>
          </p:nvSpPr>
          <p:spPr bwMode="auto">
            <a:xfrm>
              <a:off x="2674408" y="4797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3360208" y="38835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921808" y="2435754"/>
              <a:ext cx="2438400" cy="26670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>
              <a:off x="1845733" y="23706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" name="AutoShape 24"/>
            <p:cNvSpPr>
              <a:spLocks noChangeArrowheads="1"/>
            </p:cNvSpPr>
            <p:nvPr/>
          </p:nvSpPr>
          <p:spPr bwMode="auto">
            <a:xfrm>
              <a:off x="2455333" y="2446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3522133" y="3208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6770ADC2-B29F-6FC7-CE27-31C53C14AA27}"/>
              </a:ext>
            </a:extLst>
          </p:cNvPr>
          <p:cNvGrpSpPr/>
          <p:nvPr/>
        </p:nvGrpSpPr>
        <p:grpSpPr>
          <a:xfrm>
            <a:off x="6886589" y="1967972"/>
            <a:ext cx="4081462" cy="3124200"/>
            <a:chOff x="3995738" y="2743200"/>
            <a:chExt cx="4081462" cy="3124200"/>
          </a:xfrm>
        </p:grpSpPr>
        <p:sp>
          <p:nvSpPr>
            <p:cNvPr id="33" name="Line 4">
              <a:extLst>
                <a:ext uri="{FF2B5EF4-FFF2-40B4-BE49-F238E27FC236}">
                  <a16:creationId xmlns:a16="http://schemas.microsoft.com/office/drawing/2014/main" id="{6C681059-05A5-AFE9-E737-822FB66291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0675" y="282575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5">
              <a:extLst>
                <a:ext uri="{FF2B5EF4-FFF2-40B4-BE49-F238E27FC236}">
                  <a16:creationId xmlns:a16="http://schemas.microsoft.com/office/drawing/2014/main" id="{E6A011B5-D81D-37B2-D53E-4E86984F013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95738" y="575151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AutoShape 6">
              <a:extLst>
                <a:ext uri="{FF2B5EF4-FFF2-40B4-BE49-F238E27FC236}">
                  <a16:creationId xmlns:a16="http://schemas.microsoft.com/office/drawing/2014/main" id="{5CCEAC12-7E76-A457-F1EA-C357FC689E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0488" y="3581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AutoShape 7">
              <a:extLst>
                <a:ext uri="{FF2B5EF4-FFF2-40B4-BE49-F238E27FC236}">
                  <a16:creationId xmlns:a16="http://schemas.microsoft.com/office/drawing/2014/main" id="{E499E1DA-F8B7-BFAB-3914-C71DF26443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813" y="3938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AutoShape 8">
              <a:extLst>
                <a:ext uri="{FF2B5EF4-FFF2-40B4-BE49-F238E27FC236}">
                  <a16:creationId xmlns:a16="http://schemas.microsoft.com/office/drawing/2014/main" id="{3BD03CA7-EABA-6773-5513-34A8E1640C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8213" y="4484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" name="AutoShape 9">
              <a:extLst>
                <a:ext uri="{FF2B5EF4-FFF2-40B4-BE49-F238E27FC236}">
                  <a16:creationId xmlns:a16="http://schemas.microsoft.com/office/drawing/2014/main" id="{3E590143-87B5-F434-D90A-7BF22451D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AutoShape 10">
              <a:extLst>
                <a:ext uri="{FF2B5EF4-FFF2-40B4-BE49-F238E27FC236}">
                  <a16:creationId xmlns:a16="http://schemas.microsoft.com/office/drawing/2014/main" id="{F8DFD9D9-03C3-FAC0-007D-C5775F67C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0613" y="3341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" name="AutoShape 11">
              <a:extLst>
                <a:ext uri="{FF2B5EF4-FFF2-40B4-BE49-F238E27FC236}">
                  <a16:creationId xmlns:a16="http://schemas.microsoft.com/office/drawing/2014/main" id="{FE0AC748-5F90-4464-8B41-9BE30C40D3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42560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AutoShape 12">
              <a:extLst>
                <a:ext uri="{FF2B5EF4-FFF2-40B4-BE49-F238E27FC236}">
                  <a16:creationId xmlns:a16="http://schemas.microsoft.com/office/drawing/2014/main" id="{FD0D623B-E914-AF50-EC4B-EAF100B04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613" y="4408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AutoShape 13">
              <a:extLst>
                <a:ext uri="{FF2B5EF4-FFF2-40B4-BE49-F238E27FC236}">
                  <a16:creationId xmlns:a16="http://schemas.microsoft.com/office/drawing/2014/main" id="{3A9E6ED3-0BCC-CFB4-BF8C-E6EAF9E64B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613" y="4027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" name="AutoShape 14">
              <a:extLst>
                <a:ext uri="{FF2B5EF4-FFF2-40B4-BE49-F238E27FC236}">
                  <a16:creationId xmlns:a16="http://schemas.microsoft.com/office/drawing/2014/main" id="{5260EEE1-0BC7-3B14-6CFC-AEA377A737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3313" y="4014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" name="AutoShape 15">
              <a:extLst>
                <a:ext uri="{FF2B5EF4-FFF2-40B4-BE49-F238E27FC236}">
                  <a16:creationId xmlns:a16="http://schemas.microsoft.com/office/drawing/2014/main" id="{FDCE73BA-9A27-0CC1-DCFB-D1616E3288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50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" name="AutoShape 16">
              <a:extLst>
                <a:ext uri="{FF2B5EF4-FFF2-40B4-BE49-F238E27FC236}">
                  <a16:creationId xmlns:a16="http://schemas.microsoft.com/office/drawing/2014/main" id="{61A4B3A0-4FD6-F3DD-9662-6B2097E578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56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AutoShape 17">
              <a:extLst>
                <a:ext uri="{FF2B5EF4-FFF2-40B4-BE49-F238E27FC236}">
                  <a16:creationId xmlns:a16="http://schemas.microsoft.com/office/drawing/2014/main" id="{428B4314-2968-AFE7-5E39-63813698F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5462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8" name="AutoShape 18">
              <a:extLst>
                <a:ext uri="{FF2B5EF4-FFF2-40B4-BE49-F238E27FC236}">
                  <a16:creationId xmlns:a16="http://schemas.microsoft.com/office/drawing/2014/main" id="{99F6D2BD-883F-35B7-A74D-6197B04708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9813" y="43322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AutoShape 19">
              <a:extLst>
                <a:ext uri="{FF2B5EF4-FFF2-40B4-BE49-F238E27FC236}">
                  <a16:creationId xmlns:a16="http://schemas.microsoft.com/office/drawing/2014/main" id="{13784BD9-3B96-F438-0FFA-2E447930F6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4776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AutoShape 20">
              <a:extLst>
                <a:ext uri="{FF2B5EF4-FFF2-40B4-BE49-F238E27FC236}">
                  <a16:creationId xmlns:a16="http://schemas.microsoft.com/office/drawing/2014/main" id="{B86D6560-850F-8581-CF7F-B6905E8321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6013" y="5170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AutoShape 21">
              <a:extLst>
                <a:ext uri="{FF2B5EF4-FFF2-40B4-BE49-F238E27FC236}">
                  <a16:creationId xmlns:a16="http://schemas.microsoft.com/office/drawing/2014/main" id="{078FF566-E34A-E103-2FAA-825F283B1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81813" y="42560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Line 22">
              <a:extLst>
                <a:ext uri="{FF2B5EF4-FFF2-40B4-BE49-F238E27FC236}">
                  <a16:creationId xmlns:a16="http://schemas.microsoft.com/office/drawing/2014/main" id="{0E314DF1-9128-DB9F-ED23-19EC15DA11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3414" y="3048000"/>
              <a:ext cx="2676525" cy="24272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AutoShape 23">
              <a:extLst>
                <a:ext uri="{FF2B5EF4-FFF2-40B4-BE49-F238E27FC236}">
                  <a16:creationId xmlns:a16="http://schemas.microsoft.com/office/drawing/2014/main" id="{706011A2-313B-F8A9-DA9B-DBAD65BC35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7338" y="27432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AutoShape 24">
              <a:extLst>
                <a:ext uri="{FF2B5EF4-FFF2-40B4-BE49-F238E27FC236}">
                  <a16:creationId xmlns:a16="http://schemas.microsoft.com/office/drawing/2014/main" id="{C60F1725-A9BC-F1DE-E7D0-2E15A100F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76938" y="2819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AutoShape 25">
              <a:extLst>
                <a:ext uri="{FF2B5EF4-FFF2-40B4-BE49-F238E27FC236}">
                  <a16:creationId xmlns:a16="http://schemas.microsoft.com/office/drawing/2014/main" id="{36C1190E-1442-B6A3-EF02-4CE00B32D0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3738" y="3581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Line 27">
              <a:extLst>
                <a:ext uri="{FF2B5EF4-FFF2-40B4-BE49-F238E27FC236}">
                  <a16:creationId xmlns:a16="http://schemas.microsoft.com/office/drawing/2014/main" id="{33E6215F-3965-F5D2-58E5-73AE86266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95814" y="274320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28">
              <a:extLst>
                <a:ext uri="{FF2B5EF4-FFF2-40B4-BE49-F238E27FC236}">
                  <a16:creationId xmlns:a16="http://schemas.microsoft.com/office/drawing/2014/main" id="{617DA491-77BE-40A8-1F42-D3E8076FEA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24338" y="3048000"/>
              <a:ext cx="2971800" cy="22860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29">
              <a:extLst>
                <a:ext uri="{FF2B5EF4-FFF2-40B4-BE49-F238E27FC236}">
                  <a16:creationId xmlns:a16="http://schemas.microsoft.com/office/drawing/2014/main" id="{AC4C25AC-C063-0B04-2A44-B2C03CE503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57738" y="2819400"/>
              <a:ext cx="1828800" cy="28956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30">
              <a:extLst>
                <a:ext uri="{FF2B5EF4-FFF2-40B4-BE49-F238E27FC236}">
                  <a16:creationId xmlns:a16="http://schemas.microsoft.com/office/drawing/2014/main" id="{1A6EAEA1-91D9-C58E-ADBF-5967830DEE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29138" y="2743200"/>
              <a:ext cx="1828800" cy="28956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B99B031D-EB43-15E6-FD15-24C03D2330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76738" y="2895600"/>
              <a:ext cx="2667000" cy="25908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501A8FDD-F494-A243-3EF5-BF316BB502E6}"/>
                  </a:ext>
                </a:extLst>
              </p:cNvPr>
              <p:cNvSpPr txBox="1"/>
              <p:nvPr/>
            </p:nvSpPr>
            <p:spPr>
              <a:xfrm>
                <a:off x="3503612" y="2133072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501A8FDD-F494-A243-3EF5-BF316BB5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612" y="2133072"/>
                <a:ext cx="1468607" cy="313291"/>
              </a:xfrm>
              <a:prstGeom prst="rect">
                <a:avLst/>
              </a:prstGeom>
              <a:blipFill>
                <a:blip r:embed="rId4"/>
                <a:stretch>
                  <a:fillRect l="-2075" t="-3922" r="-2905" b="-7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97A494D-F88E-90CA-FAEA-F3FD04091AB0}"/>
                  </a:ext>
                </a:extLst>
              </p:cNvPr>
              <p:cNvSpPr txBox="1"/>
              <p:nvPr/>
            </p:nvSpPr>
            <p:spPr>
              <a:xfrm>
                <a:off x="945542" y="2227725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zh-CN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97A494D-F88E-90CA-FAEA-F3FD04091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542" y="2227725"/>
                <a:ext cx="1468607" cy="313291"/>
              </a:xfrm>
              <a:prstGeom prst="rect">
                <a:avLst/>
              </a:prstGeom>
              <a:blipFill>
                <a:blip r:embed="rId5"/>
                <a:stretch>
                  <a:fillRect l="-2075" t="-1923" r="-3320" b="-5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62FAD12E-2AD3-D170-0423-F79E7B1A477A}"/>
                  </a:ext>
                </a:extLst>
              </p:cNvPr>
              <p:cNvSpPr txBox="1"/>
              <p:nvPr/>
            </p:nvSpPr>
            <p:spPr>
              <a:xfrm>
                <a:off x="3166106" y="4439710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zh-CN" altLang="en-US" sz="2000" dirty="0">
                  <a:solidFill>
                    <a:srgbClr val="1D41D5"/>
                  </a:solidFill>
                </a:endParaRPr>
              </a:p>
            </p:txBody>
          </p:sp>
        </mc:Choice>
        <mc:Fallback xmlns="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62FAD12E-2AD3-D170-0423-F79E7B1A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106" y="4439710"/>
                <a:ext cx="1468607" cy="313291"/>
              </a:xfrm>
              <a:prstGeom prst="rect">
                <a:avLst/>
              </a:prstGeom>
              <a:blipFill>
                <a:blip r:embed="rId6"/>
                <a:stretch>
                  <a:fillRect l="-2075" t="-1923" r="-3320" b="-5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963" name="文本框 165962">
                <a:extLst>
                  <a:ext uri="{FF2B5EF4-FFF2-40B4-BE49-F238E27FC236}">
                    <a16:creationId xmlns:a16="http://schemas.microsoft.com/office/drawing/2014/main" id="{5A881A6E-5821-594D-549D-AC8C1E7CB7C9}"/>
                  </a:ext>
                </a:extLst>
              </p:cNvPr>
              <p:cNvSpPr txBox="1"/>
              <p:nvPr/>
            </p:nvSpPr>
            <p:spPr>
              <a:xfrm>
                <a:off x="244624" y="5151148"/>
                <a:ext cx="5146376" cy="6819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线性分类模型 </a:t>
                </a:r>
                <a:b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𝑦</m:t>
                      </m:r>
                      <m:r>
                        <a:rPr lang="en-US" altLang="zh-CN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1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sign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𝒘</m:t>
                              </m:r>
                            </m:e>
                            <m:sup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𝑻</m:t>
                              </m:r>
                            </m:sup>
                          </m:sSup>
                          <m:r>
                            <a:rPr lang="en-US" altLang="zh-CN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𝒙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altLang="zh-CN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65963" name="文本框 165962">
                <a:extLst>
                  <a:ext uri="{FF2B5EF4-FFF2-40B4-BE49-F238E27FC236}">
                    <a16:creationId xmlns:a16="http://schemas.microsoft.com/office/drawing/2014/main" id="{5A881A6E-5821-594D-549D-AC8C1E7CB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4" y="5151148"/>
                <a:ext cx="5146376" cy="681982"/>
              </a:xfrm>
              <a:prstGeom prst="rect">
                <a:avLst/>
              </a:prstGeom>
              <a:blipFill>
                <a:blip r:embed="rId7"/>
                <a:stretch>
                  <a:fillRect t="-4464" b="-44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964" name="文本框 165963">
            <a:extLst>
              <a:ext uri="{FF2B5EF4-FFF2-40B4-BE49-F238E27FC236}">
                <a16:creationId xmlns:a16="http://schemas.microsoft.com/office/drawing/2014/main" id="{E144A8BE-5D0B-C477-DA3C-0688225B576C}"/>
              </a:ext>
            </a:extLst>
          </p:cNvPr>
          <p:cNvSpPr txBox="1"/>
          <p:nvPr/>
        </p:nvSpPr>
        <p:spPr>
          <a:xfrm>
            <a:off x="6437476" y="5151148"/>
            <a:ext cx="51463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符合条件的超平面中，哪个才是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最好的</a:t>
            </a:r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br>
              <a:rPr lang="en-US" altLang="zh-CN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首先什么是“好的”超平面？</a:t>
            </a:r>
            <a:endParaRPr lang="en-US" altLang="zh-CN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212398"/>
      </p:ext>
    </p:extLst>
  </p:cSld>
  <p:clrMapOvr>
    <a:masterClrMapping/>
  </p:clrMapOvr>
  <p:transition advTm="349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5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59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/>
      <p:bldP spid="32" grpId="0"/>
      <p:bldP spid="63" grpId="0"/>
      <p:bldP spid="165963" grpId="0"/>
      <p:bldP spid="16596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8AE3-56FE-67AA-16EF-C2948F4BA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051F8B8-7341-87FB-9D93-9444AA43FC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点到平面的距离</a:t>
            </a:r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D118-914F-702E-D590-7BD3E7665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004BB1-1F95-ACEE-F1F9-381C833C498A}"/>
                  </a:ext>
                </a:extLst>
              </p:cNvPr>
              <p:cNvSpPr txBox="1"/>
              <p:nvPr/>
            </p:nvSpPr>
            <p:spPr>
              <a:xfrm>
                <a:off x="3035995" y="1200150"/>
                <a:ext cx="491987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sz="32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004BB1-1F95-ACEE-F1F9-381C833C4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995" y="1200150"/>
                <a:ext cx="4919873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9B96AB59-8591-5A11-3E7F-E6B64C31B940}"/>
              </a:ext>
            </a:extLst>
          </p:cNvPr>
          <p:cNvSpPr txBox="1"/>
          <p:nvPr/>
        </p:nvSpPr>
        <p:spPr>
          <a:xfrm>
            <a:off x="222250" y="1200150"/>
            <a:ext cx="2374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/>
              <a:t>定义一个平面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FE239E3-9B2E-ECEE-8359-20FD0DC22A4F}"/>
              </a:ext>
            </a:extLst>
          </p:cNvPr>
          <p:cNvCxnSpPr>
            <a:cxnSpLocks/>
          </p:cNvCxnSpPr>
          <p:nvPr/>
        </p:nvCxnSpPr>
        <p:spPr>
          <a:xfrm>
            <a:off x="1085850" y="3568700"/>
            <a:ext cx="391795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9493162-6708-E58A-9E36-BAC4A1734B22}"/>
              </a:ext>
            </a:extLst>
          </p:cNvPr>
          <p:cNvCxnSpPr>
            <a:cxnSpLocks/>
          </p:cNvCxnSpPr>
          <p:nvPr/>
        </p:nvCxnSpPr>
        <p:spPr>
          <a:xfrm>
            <a:off x="3035995" y="2098993"/>
            <a:ext cx="0" cy="3120707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D69D98F-182F-8501-0A74-A05C4F8C1D44}"/>
              </a:ext>
            </a:extLst>
          </p:cNvPr>
          <p:cNvCxnSpPr>
            <a:cxnSpLocks/>
          </p:cNvCxnSpPr>
          <p:nvPr/>
        </p:nvCxnSpPr>
        <p:spPr>
          <a:xfrm flipV="1">
            <a:off x="2597150" y="1981200"/>
            <a:ext cx="2794000" cy="28829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B7E8F40F-55F4-A775-903B-1C31AF939B05}"/>
              </a:ext>
            </a:extLst>
          </p:cNvPr>
          <p:cNvSpPr/>
          <p:nvPr/>
        </p:nvSpPr>
        <p:spPr>
          <a:xfrm>
            <a:off x="3422650" y="395478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62C26D05-37A4-D311-829B-998628F1FF9F}"/>
              </a:ext>
            </a:extLst>
          </p:cNvPr>
          <p:cNvCxnSpPr>
            <a:endCxn id="25" idx="4"/>
          </p:cNvCxnSpPr>
          <p:nvPr/>
        </p:nvCxnSpPr>
        <p:spPr>
          <a:xfrm>
            <a:off x="3035995" y="3568700"/>
            <a:ext cx="409515" cy="4318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77A7C97-2B43-995D-2091-8B8346883555}"/>
                  </a:ext>
                </a:extLst>
              </p:cNvPr>
              <p:cNvSpPr txBox="1"/>
              <p:nvPr/>
            </p:nvSpPr>
            <p:spPr>
              <a:xfrm>
                <a:off x="2655691" y="3754726"/>
                <a:ext cx="3308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77A7C97-2B43-995D-2091-8B8346883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1" y="3754726"/>
                <a:ext cx="330893" cy="461665"/>
              </a:xfrm>
              <a:prstGeom prst="rect">
                <a:avLst/>
              </a:prstGeom>
              <a:blipFill>
                <a:blip r:embed="rId6"/>
                <a:stretch>
                  <a:fillRect r="-18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42D92004-92E1-8E45-C512-F9F07F43E786}"/>
                  </a:ext>
                </a:extLst>
              </p:cNvPr>
              <p:cNvSpPr txBox="1"/>
              <p:nvPr/>
            </p:nvSpPr>
            <p:spPr>
              <a:xfrm>
                <a:off x="3600282" y="3863658"/>
                <a:ext cx="3308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24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42D92004-92E1-8E45-C512-F9F07F43E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282" y="3863658"/>
                <a:ext cx="330893" cy="461665"/>
              </a:xfrm>
              <a:prstGeom prst="rect">
                <a:avLst/>
              </a:prstGeom>
              <a:blipFill>
                <a:blip r:embed="rId7"/>
                <a:stretch>
                  <a:fillRect r="-3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椭圆 29">
            <a:extLst>
              <a:ext uri="{FF2B5EF4-FFF2-40B4-BE49-F238E27FC236}">
                <a16:creationId xmlns:a16="http://schemas.microsoft.com/office/drawing/2014/main" id="{AFAFC6FD-E7FD-EB75-C48D-214798F075FE}"/>
              </a:ext>
            </a:extLst>
          </p:cNvPr>
          <p:cNvSpPr/>
          <p:nvPr/>
        </p:nvSpPr>
        <p:spPr>
          <a:xfrm flipH="1" flipV="1">
            <a:off x="3728719" y="2514599"/>
            <a:ext cx="113024" cy="92706"/>
          </a:xfrm>
          <a:prstGeom prst="ellipse">
            <a:avLst/>
          </a:prstGeom>
          <a:solidFill>
            <a:srgbClr val="FF9966"/>
          </a:solidFill>
          <a:ln>
            <a:solidFill>
              <a:srgbClr val="FF9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408BE8D-A3E2-B91D-C7B2-0E3416DB59F2}"/>
                  </a:ext>
                </a:extLst>
              </p:cNvPr>
              <p:cNvSpPr txBox="1"/>
              <p:nvPr/>
            </p:nvSpPr>
            <p:spPr>
              <a:xfrm>
                <a:off x="3388996" y="2372181"/>
                <a:ext cx="3308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solidFill>
                            <a:srgbClr val="FF996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CN" altLang="en-US" sz="2400" dirty="0">
                  <a:solidFill>
                    <a:srgbClr val="FF9966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408BE8D-A3E2-B91D-C7B2-0E3416DB5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996" y="2372181"/>
                <a:ext cx="33089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F24DBB8F-E703-B207-51B3-19F69C5E05EA}"/>
              </a:ext>
            </a:extLst>
          </p:cNvPr>
          <p:cNvCxnSpPr>
            <a:stCxn id="25" idx="7"/>
            <a:endCxn id="30" idx="0"/>
          </p:cNvCxnSpPr>
          <p:nvPr/>
        </p:nvCxnSpPr>
        <p:spPr>
          <a:xfrm flipV="1">
            <a:off x="3461674" y="2607305"/>
            <a:ext cx="323557" cy="135417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182B447-C18C-0325-F6C8-A440DA2EB9E8}"/>
              </a:ext>
            </a:extLst>
          </p:cNvPr>
          <p:cNvCxnSpPr>
            <a:cxnSpLocks/>
          </p:cNvCxnSpPr>
          <p:nvPr/>
        </p:nvCxnSpPr>
        <p:spPr>
          <a:xfrm flipH="1" flipV="1">
            <a:off x="3617942" y="2341265"/>
            <a:ext cx="1461885" cy="1543645"/>
          </a:xfrm>
          <a:prstGeom prst="lin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59BB2E5-DB03-A5C4-C352-199C21DC8041}"/>
                  </a:ext>
                </a:extLst>
              </p:cNvPr>
              <p:cNvSpPr txBox="1"/>
              <p:nvPr/>
            </p:nvSpPr>
            <p:spPr>
              <a:xfrm>
                <a:off x="5829995" y="4524396"/>
                <a:ext cx="4491101" cy="1071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32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d>
                        <m:d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zh-CN" altLang="en-US" sz="32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59BB2E5-DB03-A5C4-C352-199C21DC8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995" y="4524396"/>
                <a:ext cx="4491101" cy="107144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A57EA747-4B5E-9C33-D093-1B57ECDE3A2D}"/>
              </a:ext>
            </a:extLst>
          </p:cNvPr>
          <p:cNvCxnSpPr>
            <a:cxnSpLocks/>
            <a:endCxn id="30" idx="3"/>
          </p:cNvCxnSpPr>
          <p:nvPr/>
        </p:nvCxnSpPr>
        <p:spPr>
          <a:xfrm flipH="1" flipV="1">
            <a:off x="3825191" y="2528175"/>
            <a:ext cx="523693" cy="584912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46ECD76-E381-D48F-314C-4D0E79E988C8}"/>
                  </a:ext>
                </a:extLst>
              </p:cNvPr>
              <p:cNvSpPr txBox="1"/>
              <p:nvPr/>
            </p:nvSpPr>
            <p:spPr>
              <a:xfrm>
                <a:off x="5943600" y="1828800"/>
                <a:ext cx="4136341" cy="718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800" dirty="0">
                    <a:solidFill>
                      <a:schemeClr val="tx2"/>
                    </a:solidFill>
                  </a:rPr>
                  <a:t>虚线的方向</a:t>
                </a:r>
                <a:r>
                  <a:rPr lang="en-US" altLang="zh-CN" sz="2800" dirty="0">
                    <a:solidFill>
                      <a:schemeClr val="tx2"/>
                    </a:solidFill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CN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zh-CN" altLang="en-US" sz="28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46ECD76-E381-D48F-314C-4D0E79E98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1828800"/>
                <a:ext cx="4136341" cy="718915"/>
              </a:xfrm>
              <a:prstGeom prst="rect">
                <a:avLst/>
              </a:prstGeom>
              <a:blipFill>
                <a:blip r:embed="rId10"/>
                <a:stretch>
                  <a:fillRect l="-2946" t="-5085" b="-42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651AB2DF-0E09-EA2C-F70C-600AB4E15F07}"/>
                  </a:ext>
                </a:extLst>
              </p:cNvPr>
              <p:cNvSpPr txBox="1"/>
              <p:nvPr/>
            </p:nvSpPr>
            <p:spPr>
              <a:xfrm>
                <a:off x="5973096" y="2993799"/>
                <a:ext cx="4136341" cy="1149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800" b="0" dirty="0">
                    <a:solidFill>
                      <a:schemeClr val="tx2"/>
                    </a:solidFill>
                  </a:rPr>
                  <a:t>距离</a:t>
                </a:r>
                <a14:m>
                  <m:oMath xmlns:m="http://schemas.openxmlformats.org/officeDocument/2006/math">
                    <m:r>
                      <a:rPr lang="en-US" altLang="zh-CN" sz="28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8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8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sz="2800" dirty="0">
                    <a:solidFill>
                      <a:schemeClr val="tx2"/>
                    </a:solidFill>
                  </a:rPr>
                  <a:t> 在虚线的方向的投影</a:t>
                </a:r>
                <a:r>
                  <a:rPr lang="en-US" altLang="zh-CN" sz="280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CN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zh-CN" altLang="en-US" sz="28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651AB2DF-0E09-EA2C-F70C-600AB4E15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3096" y="2993799"/>
                <a:ext cx="4136341" cy="1149802"/>
              </a:xfrm>
              <a:prstGeom prst="rect">
                <a:avLst/>
              </a:prstGeom>
              <a:blipFill>
                <a:blip r:embed="rId11"/>
                <a:stretch>
                  <a:fillRect l="-3097" t="-7937" r="-17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477993"/>
      </p:ext>
    </p:extLst>
  </p:cSld>
  <p:clrMapOvr>
    <a:masterClrMapping/>
  </p:clrMapOvr>
  <p:transition advTm="103013"/>
  <p:extLst>
    <p:ext uri="{3A86A75C-4F4B-4683-9AE1-C65F6400EC91}">
      <p14:laserTraceLst xmlns:p14="http://schemas.microsoft.com/office/powerpoint/2010/main">
        <p14:tracePtLst>
          <p14:tracePt t="1726" x="7121525" y="3540125"/>
          <p14:tracePt t="1731" x="7050088" y="3540125"/>
          <p14:tracePt t="1740" x="6999288" y="3540125"/>
          <p14:tracePt t="1747" x="6929438" y="3540125"/>
          <p14:tracePt t="1754" x="6864350" y="3540125"/>
          <p14:tracePt t="1762" x="6778625" y="3535363"/>
          <p14:tracePt t="1771" x="6713538" y="3524250"/>
          <p14:tracePt t="1778" x="6642100" y="3505200"/>
          <p14:tracePt t="1787" x="6567488" y="3484563"/>
          <p14:tracePt t="1795" x="6500813" y="3475038"/>
          <p14:tracePt t="1804" x="6430963" y="3454400"/>
          <p14:tracePt t="1806" x="6361113" y="3433763"/>
          <p14:tracePt t="1814" x="6284913" y="3403600"/>
          <p14:tracePt t="1821" x="6229350" y="3382963"/>
          <p14:tracePt t="1829" x="6159500" y="3363913"/>
          <p14:tracePt t="1837" x="6088063" y="3343275"/>
          <p14:tracePt t="1846" x="6027738" y="3322638"/>
          <p14:tracePt t="1853" x="5972175" y="3308350"/>
          <p14:tracePt t="1862" x="5922963" y="3278188"/>
          <p14:tracePt t="1870" x="5821363" y="3236913"/>
          <p14:tracePt t="1878" x="5776913" y="3222625"/>
          <p14:tracePt t="1881" x="5715000" y="3201988"/>
          <p14:tracePt t="1889" x="5670550" y="3182938"/>
          <p14:tracePt t="1897" x="5624513" y="3167063"/>
          <p14:tracePt t="1905" x="5570538" y="3146425"/>
          <p14:tracePt t="1912" x="5524500" y="3127375"/>
          <p14:tracePt t="1920" x="5473700" y="3111500"/>
          <p14:tracePt t="1929" x="5429250" y="3090863"/>
          <p14:tracePt t="1936" x="5383213" y="3060700"/>
          <p14:tracePt t="1945" x="5353050" y="3055938"/>
          <p14:tracePt t="1953" x="5318125" y="3041650"/>
          <p14:tracePt t="1962" x="5297488" y="3025775"/>
          <p14:tracePt t="1964" x="5262563" y="3000375"/>
          <p14:tracePt t="1971" x="5232400" y="2990850"/>
          <p14:tracePt t="1979" x="5211763" y="2976563"/>
          <p14:tracePt t="1986" x="5176838" y="2960688"/>
          <p14:tracePt t="1995" x="5146675" y="2946400"/>
          <p14:tracePt t="2003" x="5121275" y="2935288"/>
          <p14:tracePt t="2012" x="5091113" y="2930525"/>
          <p14:tracePt t="2021" x="5056188" y="2909888"/>
          <p14:tracePt t="2028" x="5030788" y="2909888"/>
          <p14:tracePt t="2031" x="4995863" y="2895600"/>
          <p14:tracePt t="2040" x="4919663" y="2879725"/>
          <p14:tracePt t="2047" x="4879975" y="2870200"/>
          <p14:tracePt t="2054" x="4819650" y="2849563"/>
          <p14:tracePt t="2063" x="4773613" y="2835275"/>
          <p14:tracePt t="2070" x="4713288" y="2805113"/>
          <p14:tracePt t="2078" x="4652963" y="2774950"/>
          <p14:tracePt t="2087" x="4583113" y="2733675"/>
          <p14:tracePt t="2095" x="4522788" y="2693988"/>
          <p14:tracePt t="2104" x="4462463" y="2638425"/>
          <p14:tracePt t="2107" x="4386263" y="2587625"/>
          <p14:tracePt t="2114" x="4325938" y="2522538"/>
          <p14:tracePt t="2121" x="4260850" y="2452688"/>
          <p14:tracePt t="2129" x="4194175" y="2376488"/>
          <p14:tracePt t="2136" x="4110038" y="2311400"/>
          <p14:tracePt t="2145" x="4033838" y="2235200"/>
          <p14:tracePt t="2154" x="3943350" y="2170113"/>
          <p14:tracePt t="2161" x="3832225" y="2089150"/>
          <p14:tracePt t="2170" x="3732213" y="2024063"/>
          <p14:tracePt t="2178" x="3616325" y="1943100"/>
          <p14:tracePt t="2187" x="3470275" y="1857375"/>
          <p14:tracePt t="2188" x="3333750" y="1766888"/>
          <p14:tracePt t="2196" x="3173413" y="1676400"/>
          <p14:tracePt t="2204" x="3041650" y="1606550"/>
          <p14:tracePt t="2211" x="2905125" y="1520825"/>
          <p14:tracePt t="2220" x="2774950" y="1444625"/>
          <p14:tracePt t="2228" x="2563813" y="1314450"/>
          <p14:tracePt t="2236" x="2462213" y="1249363"/>
          <p14:tracePt t="2245" x="2376488" y="1182688"/>
          <p14:tracePt t="2253" x="2301875" y="1127125"/>
          <p14:tracePt t="2261" x="2225675" y="1077913"/>
          <p14:tracePt t="2272" x="2079625" y="982663"/>
          <p14:tracePt t="2279" x="2009775" y="936625"/>
          <p14:tracePt t="2287" x="1933575" y="906463"/>
          <p14:tracePt t="2295" x="1863725" y="876300"/>
          <p14:tracePt t="2303" x="1792288" y="846138"/>
          <p14:tracePt t="2312" x="1731963" y="815975"/>
          <p14:tracePt t="2320" x="1671638" y="795338"/>
          <p14:tracePt t="2329" x="1627188" y="781050"/>
          <p14:tracePt t="2331" x="1571625" y="760413"/>
          <p14:tracePt t="2340" x="1536700" y="744538"/>
          <p14:tracePt t="2346" x="1506538" y="735013"/>
          <p14:tracePt t="2354" x="1460500" y="714375"/>
          <p14:tracePt t="2361" x="1430338" y="709613"/>
          <p14:tracePt t="2370" x="1400175" y="700088"/>
          <p14:tracePt t="2378" x="1374775" y="695325"/>
          <p14:tracePt t="2386" x="1354138" y="684213"/>
          <p14:tracePt t="2395" x="1335088" y="684213"/>
          <p14:tracePt t="2403" x="1319213" y="679450"/>
          <p14:tracePt t="2412" x="1304925" y="679450"/>
          <p14:tracePt t="2420" x="1293813" y="674688"/>
          <p14:tracePt t="2422" x="1289050" y="674688"/>
          <p14:tracePt t="2429" x="1284288" y="669925"/>
          <p14:tracePt t="2473" x="1279525" y="669925"/>
          <p14:tracePt t="2564" x="1268413" y="665163"/>
          <p14:tracePt t="2602" x="1268413" y="654050"/>
          <p14:tracePt t="2624" x="1274763" y="649288"/>
          <p14:tracePt t="2631" x="1279525" y="644525"/>
          <p14:tracePt t="2639" x="1284288" y="639763"/>
          <p14:tracePt t="2647" x="1293813" y="635000"/>
          <p14:tracePt t="2654" x="1309688" y="623888"/>
          <p14:tracePt t="2661" x="1328738" y="619125"/>
          <p14:tracePt t="2668" x="1354138" y="619125"/>
          <p14:tracePt t="2676" x="1374775" y="619125"/>
          <p14:tracePt t="2684" x="1395413" y="619125"/>
          <p14:tracePt t="2692" x="1425575" y="619125"/>
          <p14:tracePt t="2699" x="1450975" y="619125"/>
          <p14:tracePt t="2706" x="1481138" y="619125"/>
          <p14:tracePt t="2714" x="1500188" y="619125"/>
          <p14:tracePt t="2721" x="1520825" y="628650"/>
          <p14:tracePt t="2729" x="1550988" y="628650"/>
          <p14:tracePt t="2736" x="1576388" y="628650"/>
          <p14:tracePt t="2745" x="1597025" y="628650"/>
          <p14:tracePt t="2753" x="1616075" y="628650"/>
          <p14:tracePt t="2761" x="1636713" y="628650"/>
          <p14:tracePt t="2770" x="1662113" y="628650"/>
          <p14:tracePt t="2778" x="1701800" y="628650"/>
          <p14:tracePt t="2788" x="1717675" y="628650"/>
          <p14:tracePt t="2790" x="1736725" y="628650"/>
          <p14:tracePt t="2796" x="1757363" y="635000"/>
          <p14:tracePt t="2804" x="1773238" y="635000"/>
          <p14:tracePt t="2811" x="1792288" y="635000"/>
          <p14:tracePt t="2820" x="1817688" y="644525"/>
          <p14:tracePt t="2828" x="1838325" y="644525"/>
          <p14:tracePt t="2836" x="1847850" y="644525"/>
          <p14:tracePt t="2845" x="1873250" y="644525"/>
          <p14:tracePt t="2853" x="1893888" y="649288"/>
          <p14:tracePt t="2862" x="1908175" y="660400"/>
          <p14:tracePt t="2864" x="1928813" y="660400"/>
          <p14:tracePt t="2871" x="1943100" y="665163"/>
          <p14:tracePt t="2879" x="1963738" y="665163"/>
          <p14:tracePt t="2886" x="1979613" y="669925"/>
          <p14:tracePt t="2895" x="1989138" y="669925"/>
          <p14:tracePt t="2904" x="1998663" y="669925"/>
          <p14:tracePt t="2912" x="2009775" y="669925"/>
          <p14:tracePt t="2920" x="2024063" y="669925"/>
          <p14:tracePt t="2929" x="2028825" y="669925"/>
          <p14:tracePt t="2931" x="2039938" y="669925"/>
          <p14:tracePt t="2939" x="2054225" y="669925"/>
          <p14:tracePt t="2947" x="2065338" y="669925"/>
          <p14:tracePt t="2954" x="2079625" y="669925"/>
          <p14:tracePt t="2962" x="2114550" y="669925"/>
          <p14:tracePt t="2970" x="2125663" y="669925"/>
          <p14:tracePt t="2978" x="2151063" y="669925"/>
          <p14:tracePt t="2987" x="2170113" y="669925"/>
          <p14:tracePt t="2995" x="2190750" y="669925"/>
          <p14:tracePt t="3003" x="2216150" y="669925"/>
          <p14:tracePt t="3012" x="2246313" y="669925"/>
          <p14:tracePt t="3014" x="2276475" y="679450"/>
          <p14:tracePt t="3023" x="2316163" y="690563"/>
          <p14:tracePt t="3028" x="2362200" y="690563"/>
          <p14:tracePt t="3037" x="2392363" y="704850"/>
          <p14:tracePt t="3045" x="2436813" y="714375"/>
          <p14:tracePt t="3053" x="2482850" y="730250"/>
          <p14:tracePt t="3061" x="2527300" y="739775"/>
          <p14:tracePt t="3070" x="2557463" y="755650"/>
          <p14:tracePt t="3078" x="2593975" y="785813"/>
          <p14:tracePt t="3087" x="2628900" y="800100"/>
          <p14:tracePt t="3088" x="2649538" y="815975"/>
          <p14:tracePt t="3097" x="2684463" y="830263"/>
          <p14:tracePt t="3104" x="2703513" y="846138"/>
          <p14:tracePt t="3111" x="2719388" y="860425"/>
          <p14:tracePt t="3119" x="2740025" y="876300"/>
          <p14:tracePt t="3129" x="2754313" y="881063"/>
          <p14:tracePt t="3136" x="2779713" y="890588"/>
          <p14:tracePt t="3145" x="2805113" y="911225"/>
          <p14:tracePt t="3153" x="2819400" y="911225"/>
          <p14:tracePt t="3162" x="2830513" y="915988"/>
          <p14:tracePt t="3163" x="2855913" y="927100"/>
          <p14:tracePt t="3171" x="2874963" y="927100"/>
          <p14:tracePt t="3179" x="2890838" y="931863"/>
          <p14:tracePt t="3186" x="2905125" y="941388"/>
          <p14:tracePt t="3195" x="2916238" y="946150"/>
          <p14:tracePt t="3203" x="2941638" y="950913"/>
          <p14:tracePt t="3211" x="2960688" y="962025"/>
          <p14:tracePt t="3221" x="2976563" y="976313"/>
          <p14:tracePt t="3223" x="2995613" y="992188"/>
          <p14:tracePt t="3231" x="3011488" y="996950"/>
          <p14:tracePt t="3239" x="3036888" y="1012825"/>
          <p14:tracePt t="3246" x="3046413" y="1027113"/>
          <p14:tracePt t="3255" x="3062288" y="1047750"/>
          <p14:tracePt t="3261" x="3076575" y="1073150"/>
          <p14:tracePt t="3271" x="3092450" y="1092200"/>
          <p14:tracePt t="3278" x="3111500" y="1127125"/>
          <p14:tracePt t="3287" x="3136900" y="1163638"/>
          <p14:tracePt t="3294" x="3152775" y="1208088"/>
          <p14:tracePt t="3304" x="3173413" y="1238250"/>
          <p14:tracePt t="3305" x="3187700" y="1284288"/>
          <p14:tracePt t="3315" x="3217863" y="1344613"/>
          <p14:tracePt t="3321" x="3238500" y="1389063"/>
          <p14:tracePt t="3328" x="3257550" y="1435100"/>
          <p14:tracePt t="3338" x="3294063" y="1541463"/>
          <p14:tracePt t="3344" x="3324225" y="1601788"/>
          <p14:tracePt t="3353" x="3349625" y="1646238"/>
          <p14:tracePt t="3361" x="3368675" y="1701800"/>
          <p14:tracePt t="3370" x="3398838" y="1778000"/>
          <p14:tracePt t="3379" x="3433763" y="1847850"/>
          <p14:tracePt t="3381" x="3454400" y="1917700"/>
          <p14:tracePt t="3388" x="3484563" y="2003425"/>
          <p14:tracePt t="3396" x="3525838" y="2089150"/>
          <p14:tracePt t="3404" x="3560763" y="2174875"/>
          <p14:tracePt t="3412" x="3600450" y="2260600"/>
          <p14:tracePt t="3419" x="3635375" y="2355850"/>
          <p14:tracePt t="3429" x="3676650" y="2441575"/>
          <p14:tracePt t="3436" x="3706813" y="2527300"/>
          <p14:tracePt t="3446" x="3741738" y="2598738"/>
          <p14:tracePt t="3453" x="3762375" y="2668588"/>
          <p14:tracePt t="3463" x="3776663" y="2728913"/>
          <p14:tracePt t="3463" x="3797300" y="2784475"/>
          <p14:tracePt t="3471" x="3806825" y="2814638"/>
          <p14:tracePt t="3479" x="3817938" y="2860675"/>
          <p14:tracePt t="3487" x="3822700" y="2879725"/>
          <p14:tracePt t="3495" x="3822700" y="2905125"/>
          <p14:tracePt t="3504" x="3822700" y="2909888"/>
          <p14:tracePt t="3511" x="3827463" y="2921000"/>
          <p14:tracePt t="3521" x="3827463" y="2925763"/>
          <p14:tracePt t="3531" x="3827463" y="2930525"/>
          <p14:tracePt t="3568" x="3827463" y="2940050"/>
          <p14:tracePt t="3824" x="3841750" y="2925763"/>
          <p14:tracePt t="3831" x="3848100" y="2900363"/>
          <p14:tracePt t="3839" x="3857625" y="2870200"/>
          <p14:tracePt t="3847" x="3862388" y="2849563"/>
          <p14:tracePt t="3854" x="3871913" y="2824163"/>
          <p14:tracePt t="3862" x="3871913" y="2794000"/>
          <p14:tracePt t="3870" x="3878263" y="2774950"/>
          <p14:tracePt t="3879" x="3878263" y="2754313"/>
          <p14:tracePt t="3887" x="3887788" y="2708275"/>
          <p14:tracePt t="3895" x="3892550" y="2678113"/>
          <p14:tracePt t="3903" x="3902075" y="2647950"/>
          <p14:tracePt t="3912" x="3917950" y="2613025"/>
          <p14:tracePt t="3915" x="3943350" y="2578100"/>
          <p14:tracePt t="3922" x="3973513" y="2532063"/>
          <p14:tracePt t="3929" x="3998913" y="2482850"/>
          <p14:tracePt t="3936" x="4038600" y="2436813"/>
          <p14:tracePt t="3945" x="4079875" y="2386013"/>
          <p14:tracePt t="3954" x="4103688" y="2351088"/>
          <p14:tracePt t="3962" x="4140200" y="2316163"/>
          <p14:tracePt t="3970" x="4154488" y="2295525"/>
          <p14:tracePt t="3978" x="4170363" y="2270125"/>
          <p14:tracePt t="3982" x="4184650" y="2255838"/>
          <p14:tracePt t="3989" x="4200525" y="2251075"/>
          <p14:tracePt t="3997" x="4205288" y="2235200"/>
          <p14:tracePt t="4005" x="4210050" y="2230438"/>
          <p14:tracePt t="4012" x="4225925" y="2216150"/>
          <p14:tracePt t="4021" x="4230688" y="2209800"/>
          <p14:tracePt t="4029" x="4244975" y="2200275"/>
          <p14:tracePt t="4037" x="4260850" y="2174875"/>
          <p14:tracePt t="5309" x="4244975" y="2216150"/>
          <p14:tracePt t="5317" x="4214813" y="2270125"/>
          <p14:tracePt t="5324" x="4189413" y="2306638"/>
          <p14:tracePt t="5331" x="4175125" y="2341563"/>
          <p14:tracePt t="5339" x="4159250" y="2355850"/>
          <p14:tracePt t="5346" x="4144963" y="2376488"/>
          <p14:tracePt t="5354" x="4140200" y="2381250"/>
          <p14:tracePt t="5361" x="4133850" y="2397125"/>
          <p14:tracePt t="5370" x="4124325" y="2401888"/>
          <p14:tracePt t="5379" x="4119563" y="2406650"/>
          <p14:tracePt t="5399" x="4114800" y="2411413"/>
          <p14:tracePt t="5406" x="4110038" y="2427288"/>
          <p14:tracePt t="5414" x="4094163" y="2432050"/>
          <p14:tracePt t="5422" x="4089400" y="2457450"/>
          <p14:tracePt t="5429" x="4073525" y="2471738"/>
          <p14:tracePt t="5436" x="4059238" y="2492375"/>
          <p14:tracePt t="5444" x="4043363" y="2522538"/>
          <p14:tracePt t="5451" x="4024313" y="2557463"/>
          <p14:tracePt t="5458" x="4008438" y="2578100"/>
          <p14:tracePt t="5465" x="3994150" y="2613025"/>
          <p14:tracePt t="5474" x="3978275" y="2659063"/>
          <p14:tracePt t="5481" x="3948113" y="2703513"/>
          <p14:tracePt t="5489" x="3917950" y="2754313"/>
          <p14:tracePt t="5496" x="3887788" y="2809875"/>
          <p14:tracePt t="5504" x="3862388" y="2860675"/>
          <p14:tracePt t="5511" x="3822700" y="2930525"/>
          <p14:tracePt t="5521" x="3767138" y="3006725"/>
          <p14:tracePt t="5528" x="3711575" y="3090863"/>
          <p14:tracePt t="5536" x="3671888" y="3167063"/>
          <p14:tracePt t="5545" x="3565525" y="3328988"/>
          <p14:tracePt t="5553" x="3525838" y="3389313"/>
          <p14:tracePt t="5561" x="3484563" y="3449638"/>
          <p14:tracePt t="5563" x="3444875" y="3494088"/>
          <p14:tracePt t="5572" x="3403600" y="3544888"/>
          <p14:tracePt t="5578" x="3368675" y="3579813"/>
          <p14:tracePt t="5587" x="3328988" y="3630613"/>
          <p14:tracePt t="5595" x="3294063" y="3675063"/>
          <p14:tracePt t="5602" x="3257550" y="3711575"/>
          <p14:tracePt t="5612" x="3217863" y="3760788"/>
          <p14:tracePt t="5619" x="3167063" y="3821113"/>
          <p14:tracePt t="5629" x="3136900" y="3881438"/>
          <p14:tracePt t="5631" x="3097213" y="3932238"/>
          <p14:tracePt t="5638" x="3057525" y="3992563"/>
          <p14:tracePt t="5647" x="3027363" y="4038600"/>
          <p14:tracePt t="5653" x="3001963" y="4083050"/>
          <p14:tracePt t="5662" x="2986088" y="4108450"/>
          <p14:tracePt t="5670" x="2960688" y="4143375"/>
          <p14:tracePt t="5678" x="2946400" y="4173538"/>
          <p14:tracePt t="5687" x="2921000" y="4198938"/>
          <p14:tracePt t="5696" x="2900363" y="4244975"/>
          <p14:tracePt t="5703" x="2874963" y="4279900"/>
          <p14:tracePt t="5706" x="2855913" y="4325938"/>
          <p14:tracePt t="5714" x="2830513" y="4370388"/>
          <p14:tracePt t="5722" x="2800350" y="4430713"/>
          <p14:tracePt t="5729" x="2749550" y="4562475"/>
          <p14:tracePt t="5736" x="2719388" y="4622800"/>
          <p14:tracePt t="5745" x="2698750" y="4667250"/>
          <p14:tracePt t="5753" x="2673350" y="4713288"/>
          <p14:tracePt t="5761" x="2643188" y="4757738"/>
          <p14:tracePt t="5770" x="2628900" y="4794250"/>
          <p14:tracePt t="5778" x="2613025" y="4824413"/>
          <p14:tracePt t="5786" x="2589213" y="4848225"/>
          <p14:tracePt t="5795" x="2573338" y="4884738"/>
          <p14:tracePt t="5797" x="2557463" y="4899025"/>
          <p14:tracePt t="5804" x="2543175" y="4910138"/>
          <p14:tracePt t="5811" x="2522538" y="4924425"/>
          <p14:tracePt t="5820" x="2513013" y="4940300"/>
          <p14:tracePt t="5828" x="2508250" y="4945063"/>
          <p14:tracePt t="5837" x="2503488" y="4945063"/>
          <p14:tracePt t="5845" x="2503488" y="4949825"/>
          <p14:tracePt t="5853" x="2497138" y="4949825"/>
          <p14:tracePt t="5863" x="2497138" y="4959350"/>
          <p14:tracePt t="5864" x="2492375" y="4959350"/>
          <p14:tracePt t="5871" x="2487613" y="4964113"/>
          <p14:tracePt t="5879" x="2473325" y="4970463"/>
          <p14:tracePt t="5886" x="2466975" y="4975225"/>
          <p14:tracePt t="5896" x="2462213" y="4975225"/>
          <p14:tracePt t="5902" x="2457450" y="4979988"/>
          <p14:tracePt t="5916" x="2447925" y="4979988"/>
          <p14:tracePt t="5924" x="2443163" y="4979988"/>
          <p14:tracePt t="5939" x="2443163" y="4984750"/>
          <p14:tracePt t="5953" x="2436813" y="4989513"/>
          <p14:tracePt t="5961" x="2432050" y="5000625"/>
          <p14:tracePt t="5969" x="2427288" y="5010150"/>
          <p14:tracePt t="5976" x="2422525" y="5014913"/>
          <p14:tracePt t="5983" x="2417763" y="5019675"/>
          <p14:tracePt t="5991" x="2406650" y="5030788"/>
          <p14:tracePt t="5999" x="2401888" y="5035550"/>
          <p14:tracePt t="6006" x="2401888" y="5040313"/>
          <p14:tracePt t="6014" x="2397125" y="5040313"/>
          <p14:tracePt t="6022" x="2397125" y="5045075"/>
          <p14:tracePt t="6043" x="2392363" y="5045075"/>
          <p14:tracePt t="6066" x="2392363" y="5049838"/>
          <p14:tracePt t="6150" x="2397125" y="5049838"/>
          <p14:tracePt t="6156" x="2401888" y="5049838"/>
          <p14:tracePt t="6164" x="2417763" y="5045075"/>
          <p14:tracePt t="6172" x="2436813" y="5035550"/>
          <p14:tracePt t="6179" x="2462213" y="5019675"/>
          <p14:tracePt t="6186" x="2492375" y="5005388"/>
          <p14:tracePt t="6195" x="2527300" y="4970463"/>
          <p14:tracePt t="6203" x="2578100" y="4929188"/>
          <p14:tracePt t="6212" x="2628900" y="4889500"/>
          <p14:tracePt t="6220" x="2673350" y="4854575"/>
          <p14:tracePt t="6229" x="2709863" y="4829175"/>
          <p14:tracePt t="6231" x="2744788" y="4799013"/>
          <p14:tracePt t="6240" x="2779713" y="4764088"/>
          <p14:tracePt t="6246" x="2805113" y="4748213"/>
          <p14:tracePt t="6254" x="2819400" y="4727575"/>
          <p14:tracePt t="6262" x="2835275" y="4718050"/>
          <p14:tracePt t="6271" x="2840038" y="4708525"/>
          <p14:tracePt t="6278" x="2855913" y="4692650"/>
          <p14:tracePt t="6287" x="2881313" y="4662488"/>
          <p14:tracePt t="6295" x="2916238" y="4648200"/>
          <p14:tracePt t="6303" x="2935288" y="4622800"/>
          <p14:tracePt t="6306" x="2976563" y="4587875"/>
          <p14:tracePt t="6314" x="2995613" y="4562475"/>
          <p14:tracePt t="6322" x="3032125" y="4537075"/>
          <p14:tracePt t="6329" x="3057525" y="4511675"/>
          <p14:tracePt t="6337" x="3087688" y="4495800"/>
          <p14:tracePt t="6345" x="3111500" y="4476750"/>
          <p14:tracePt t="6353" x="3136900" y="4460875"/>
          <p14:tracePt t="6361" x="3157538" y="4435475"/>
          <p14:tracePt t="6371" x="3173413" y="4421188"/>
          <p14:tracePt t="6379" x="3208338" y="4395788"/>
          <p14:tracePt t="6381" x="3222625" y="4375150"/>
          <p14:tracePt t="6389" x="3243263" y="4349750"/>
          <p14:tracePt t="6397" x="3278188" y="4325938"/>
          <p14:tracePt t="6404" x="3303588" y="4289425"/>
          <p14:tracePt t="6411" x="3319463" y="4265613"/>
          <p14:tracePt t="6420" x="3343275" y="4249738"/>
          <p14:tracePt t="6428" x="3359150" y="4229100"/>
          <p14:tracePt t="6436" x="3373438" y="4214813"/>
          <p14:tracePt t="6445" x="3389313" y="4194175"/>
          <p14:tracePt t="6453" x="3403600" y="4179888"/>
          <p14:tracePt t="6461" x="3414713" y="4164013"/>
          <p14:tracePt t="6464" x="3429000" y="4138613"/>
          <p14:tracePt t="6466" x="3454400" y="4119563"/>
          <p14:tracePt t="6471" x="3470275" y="4083050"/>
          <p14:tracePt t="6480" x="3495675" y="4048125"/>
          <p14:tracePt t="6486" x="3514725" y="4003675"/>
          <p14:tracePt t="6495" x="3556000" y="3957638"/>
          <p14:tracePt t="6503" x="3579813" y="3922713"/>
          <p14:tracePt t="6511" x="3609975" y="3871913"/>
          <p14:tracePt t="6521" x="3635375" y="3827463"/>
          <p14:tracePt t="6528" x="3656013" y="3790950"/>
          <p14:tracePt t="6537" x="3681413" y="3746500"/>
          <p14:tracePt t="6539" x="3706813" y="3711575"/>
          <p14:tracePt t="6546" x="3736975" y="3675063"/>
          <p14:tracePt t="6554" x="3756025" y="3656013"/>
          <p14:tracePt t="6561" x="3771900" y="3621088"/>
          <p14:tracePt t="6569" x="3802063" y="3584575"/>
          <p14:tracePt t="6579" x="3822700" y="3559175"/>
          <p14:tracePt t="6587" x="3862388" y="3514725"/>
          <p14:tracePt t="6595" x="3897313" y="3489325"/>
          <p14:tracePt t="6603" x="3948113" y="3438525"/>
          <p14:tracePt t="6611" x="3983038" y="3398838"/>
          <p14:tracePt t="6613" x="4033838" y="3352800"/>
          <p14:tracePt t="6621" x="4094163" y="3298825"/>
          <p14:tracePt t="6629" x="4144963" y="3252788"/>
          <p14:tracePt t="6636" x="4179888" y="3213100"/>
          <p14:tracePt t="6645" x="4256088" y="3132138"/>
          <p14:tracePt t="6653" x="4291013" y="3090863"/>
          <p14:tracePt t="6662" x="4330700" y="3046413"/>
          <p14:tracePt t="6670" x="4365625" y="3006725"/>
          <p14:tracePt t="6678" x="4391025" y="2976563"/>
          <p14:tracePt t="6681" x="4432300" y="2925763"/>
          <p14:tracePt t="6689" x="4467225" y="2890838"/>
          <p14:tracePt t="6696" x="4506913" y="2840038"/>
          <p14:tracePt t="6704" x="4541838" y="2805113"/>
          <p14:tracePt t="6711" x="4583113" y="2768600"/>
          <p14:tracePt t="6719" x="4627563" y="2728913"/>
          <p14:tracePt t="6728" x="4678363" y="2678113"/>
          <p14:tracePt t="6737" x="4718050" y="2628900"/>
          <p14:tracePt t="6744" x="4754563" y="2592388"/>
          <p14:tracePt t="6753" x="4794250" y="2547938"/>
          <p14:tracePt t="6761" x="4840288" y="2497138"/>
          <p14:tracePt t="6772" x="4879975" y="2446338"/>
          <p14:tracePt t="6773" x="4919663" y="2401888"/>
          <p14:tracePt t="6778" x="4954588" y="2362200"/>
          <p14:tracePt t="6787" x="4995863" y="2316163"/>
          <p14:tracePt t="6794" x="5030788" y="2281238"/>
          <p14:tracePt t="6804" x="5065713" y="2239963"/>
          <p14:tracePt t="6811" x="5100638" y="2216150"/>
          <p14:tracePt t="6820" x="5137150" y="2190750"/>
          <p14:tracePt t="6831" x="5232400" y="2114550"/>
          <p14:tracePt t="6838" x="5253038" y="2100263"/>
          <p14:tracePt t="6846" x="5278438" y="2074863"/>
          <p14:tracePt t="6854" x="5297488" y="2058988"/>
          <p14:tracePt t="6861" x="5322888" y="2039938"/>
          <p14:tracePt t="6869" x="5338763" y="2024063"/>
          <p14:tracePt t="6878" x="5357813" y="2009775"/>
          <p14:tracePt t="6888" x="5373688" y="1984375"/>
          <p14:tracePt t="6896" x="5399088" y="1968500"/>
          <p14:tracePt t="6898" x="5408613" y="1954213"/>
          <p14:tracePt t="6906" x="5434013" y="1938338"/>
          <p14:tracePt t="6914" x="5448300" y="1928813"/>
          <p14:tracePt t="6921" x="5468938" y="1912938"/>
          <p14:tracePt t="6930" x="5494338" y="1898650"/>
          <p14:tracePt t="6936" x="5514975" y="1882775"/>
          <p14:tracePt t="6944" x="5538788" y="1873250"/>
          <p14:tracePt t="6953" x="5549900" y="1857375"/>
          <p14:tracePt t="6961" x="5575300" y="1843088"/>
          <p14:tracePt t="6970" x="5589588" y="1833563"/>
          <p14:tracePt t="6978" x="5610225" y="1822450"/>
          <p14:tracePt t="6988" x="5624513" y="1808163"/>
          <p14:tracePt t="6996" x="5630863" y="1803400"/>
          <p14:tracePt t="6997" x="5635625" y="1803400"/>
          <p14:tracePt t="7005" x="5649913" y="1792288"/>
          <p14:tracePt t="7018" x="5654675" y="1792288"/>
          <p14:tracePt t="7026" x="5661025" y="1792288"/>
          <p14:tracePt t="7033" x="5661025" y="1787525"/>
          <p14:tracePt t="7041" x="5665788" y="1787525"/>
          <p14:tracePt t="7138" x="5661025" y="1792288"/>
          <p14:tracePt t="7146" x="5649913" y="1803400"/>
          <p14:tracePt t="7153" x="5640388" y="1817688"/>
          <p14:tracePt t="7161" x="5624513" y="1843088"/>
          <p14:tracePt t="7168" x="5600700" y="1863725"/>
          <p14:tracePt t="7176" x="5564188" y="1893888"/>
          <p14:tracePt t="7184" x="5529263" y="1928813"/>
          <p14:tracePt t="7191" x="5454650" y="1998663"/>
          <p14:tracePt t="7198" x="5408613" y="2039938"/>
          <p14:tracePt t="7206" x="5348288" y="2079625"/>
          <p14:tracePt t="7214" x="5297488" y="2130425"/>
          <p14:tracePt t="7222" x="5246688" y="2165350"/>
          <p14:tracePt t="7229" x="5202238" y="2205038"/>
          <p14:tracePt t="7237" x="5151438" y="2246313"/>
          <p14:tracePt t="7245" x="5100638" y="2295525"/>
          <p14:tracePt t="7253" x="5065713" y="2320925"/>
          <p14:tracePt t="7261" x="5030788" y="2371725"/>
          <p14:tracePt t="7271" x="4991100" y="2406650"/>
          <p14:tracePt t="7274" x="4954588" y="2452688"/>
          <p14:tracePt t="7281" x="4924425" y="2487613"/>
          <p14:tracePt t="7289" x="4900613" y="2538413"/>
          <p14:tracePt t="7296" x="4864100" y="2573338"/>
          <p14:tracePt t="7304" x="4833938" y="2617788"/>
          <p14:tracePt t="7311" x="4799013" y="2654300"/>
          <p14:tracePt t="7320" x="4773613" y="2689225"/>
          <p14:tracePt t="7329" x="4733925" y="2738438"/>
          <p14:tracePt t="7337" x="4699000" y="2774950"/>
          <p14:tracePt t="7345" x="4668838" y="2809875"/>
          <p14:tracePt t="7353" x="4643438" y="2844800"/>
          <p14:tracePt t="7356" x="4608513" y="2879725"/>
          <p14:tracePt t="7366" x="4583113" y="2905125"/>
          <p14:tracePt t="7372" x="4537075" y="2965450"/>
          <p14:tracePt t="7380" x="4511675" y="2986088"/>
          <p14:tracePt t="7387" x="4476750" y="3021013"/>
          <p14:tracePt t="7396" x="4451350" y="3046413"/>
          <p14:tracePt t="7403" x="4425950" y="3071813"/>
          <p14:tracePt t="7411" x="4391025" y="3097213"/>
          <p14:tracePt t="7420" x="4371975" y="3122613"/>
          <p14:tracePt t="7429" x="4321175" y="3146425"/>
          <p14:tracePt t="7431" x="4291013" y="3171825"/>
          <p14:tracePt t="7439" x="4249738" y="3213100"/>
          <p14:tracePt t="7446" x="4205288" y="3236913"/>
          <p14:tracePt t="7454" x="4159250" y="3268663"/>
          <p14:tracePt t="7462" x="4119563" y="3303588"/>
          <p14:tracePt t="7469" x="4073525" y="3343275"/>
          <p14:tracePt t="7479" x="4024313" y="3368675"/>
          <p14:tracePt t="7486" x="3978275" y="3419475"/>
          <p14:tracePt t="7495" x="3927475" y="3459163"/>
          <p14:tracePt t="7503" x="3887788" y="3505200"/>
          <p14:tracePt t="7512" x="3836988" y="3554413"/>
          <p14:tracePt t="7514" x="3802063" y="3595688"/>
          <p14:tracePt t="7522" x="3751263" y="3640138"/>
          <p14:tracePt t="7528" x="3716338" y="3690938"/>
          <p14:tracePt t="7536" x="3676650" y="3725863"/>
          <p14:tracePt t="7546" x="3641725" y="3776663"/>
          <p14:tracePt t="7553" x="3605213" y="3811588"/>
          <p14:tracePt t="7562" x="3530600" y="3887788"/>
          <p14:tracePt t="7565" x="3495675" y="3922713"/>
          <p14:tracePt t="7573" x="3459163" y="3948113"/>
          <p14:tracePt t="7582" x="3419475" y="3997325"/>
          <p14:tracePt t="7589" x="3373438" y="4033838"/>
          <p14:tracePt t="7596" x="3343275" y="4083050"/>
          <p14:tracePt t="7603" x="3308350" y="4119563"/>
          <p14:tracePt t="7611" x="3273425" y="4154488"/>
          <p14:tracePt t="7619" x="3233738" y="4203700"/>
          <p14:tracePt t="7634" x="3178175" y="4275138"/>
          <p14:tracePt t="7641" x="3141663" y="4310063"/>
          <p14:tracePt t="7648" x="3122613" y="4325938"/>
          <p14:tracePt t="7656" x="3097213" y="4344988"/>
          <p14:tracePt t="7664" x="3071813" y="4370388"/>
          <p14:tracePt t="7671" x="3041650" y="4395788"/>
          <p14:tracePt t="7679" x="3016250" y="4421188"/>
          <p14:tracePt t="7686" x="2981325" y="4456113"/>
          <p14:tracePt t="7694" x="2951163" y="4491038"/>
          <p14:tracePt t="7703" x="2916238" y="4525963"/>
          <p14:tracePt t="7712" x="2890838" y="4576763"/>
          <p14:tracePt t="7720" x="2860675" y="4622800"/>
          <p14:tracePt t="7729" x="2830513" y="4667250"/>
          <p14:tracePt t="7731" x="2814638" y="4713288"/>
          <p14:tracePt t="7739" x="2779713" y="4783138"/>
          <p14:tracePt t="7746" x="2774950" y="4803775"/>
          <p14:tracePt t="7754" x="2765425" y="4824413"/>
          <p14:tracePt t="7761" x="2765425" y="4829175"/>
          <p14:tracePt t="7770" x="2759075" y="4843463"/>
          <p14:tracePt t="7778" x="2754313" y="4843463"/>
          <p14:tracePt t="7786" x="2754313" y="4848225"/>
          <p14:tracePt t="7798" x="2754313" y="4854575"/>
          <p14:tracePt t="7814" x="2749550" y="4854575"/>
          <p14:tracePt t="7888" x="2754313" y="4848225"/>
          <p14:tracePt t="7897" x="2770188" y="4829175"/>
          <p14:tracePt t="7903" x="2784475" y="4808538"/>
          <p14:tracePt t="7910" x="2805113" y="4783138"/>
          <p14:tracePt t="7919" x="2881313" y="4708525"/>
          <p14:tracePt t="7926" x="2930525" y="4662488"/>
          <p14:tracePt t="7934" x="2976563" y="4611688"/>
          <p14:tracePt t="7946" x="3041650" y="4562475"/>
          <p14:tracePt t="7950" x="3101975" y="4506913"/>
          <p14:tracePt t="7963" x="3148013" y="4471988"/>
          <p14:tracePt t="7967" x="3213100" y="4405313"/>
          <p14:tracePt t="7971" x="3263900" y="4370388"/>
          <p14:tracePt t="7981" x="3324225" y="4314825"/>
          <p14:tracePt t="7989" x="3368675" y="4279900"/>
          <p14:tracePt t="7996" x="3419475" y="4240213"/>
          <p14:tracePt t="8007" x="3459163" y="4189413"/>
          <p14:tracePt t="8010" x="3505200" y="4154488"/>
          <p14:tracePt t="8017" x="3556000" y="4113213"/>
          <p14:tracePt t="8027" x="3605213" y="4064000"/>
          <p14:tracePt t="8054" x="3690938" y="3978275"/>
          <p14:tracePt t="8062" x="3781425" y="3876675"/>
          <p14:tracePt t="8068" x="3827463" y="3832225"/>
          <p14:tracePt t="8082" x="3892550" y="3746500"/>
          <p14:tracePt t="8091" x="3927475" y="3711575"/>
          <p14:tracePt t="8097" x="3957638" y="3665538"/>
          <p14:tracePt t="8104" x="3983038" y="3630613"/>
          <p14:tracePt t="8112" x="4073525" y="3529013"/>
          <p14:tracePt t="8114" x="4124325" y="3479800"/>
          <p14:tracePt t="8123" x="4184650" y="3419475"/>
          <p14:tracePt t="8129" x="4235450" y="3359150"/>
          <p14:tracePt t="8136" x="4286250" y="3292475"/>
          <p14:tracePt t="8145" x="4335463" y="3248025"/>
          <p14:tracePt t="8153" x="4386263" y="3197225"/>
          <p14:tracePt t="8161" x="4437063" y="3146425"/>
          <p14:tracePt t="8170" x="4471988" y="3111500"/>
          <p14:tracePt t="8178" x="4502150" y="3060700"/>
          <p14:tracePt t="8186" x="4522788" y="3041650"/>
          <p14:tracePt t="8189" x="4552950" y="3006725"/>
          <p14:tracePt t="8196" x="4578350" y="2970213"/>
          <p14:tracePt t="8203" x="4613275" y="2935288"/>
          <p14:tracePt t="8211" x="4648200" y="2895600"/>
          <p14:tracePt t="8219" x="4687888" y="2835275"/>
          <p14:tracePt t="8229" x="4738688" y="2784475"/>
          <p14:tracePt t="8236" x="4803775" y="2724150"/>
          <p14:tracePt t="8244" x="4854575" y="2647950"/>
          <p14:tracePt t="8253" x="4894263" y="2587625"/>
          <p14:tracePt t="8261" x="4945063" y="2527300"/>
          <p14:tracePt t="8272" x="4975225" y="2482850"/>
          <p14:tracePt t="8273" x="5005388" y="2432050"/>
          <p14:tracePt t="8278" x="5026025" y="2411413"/>
          <p14:tracePt t="8286" x="5035550" y="2381250"/>
          <p14:tracePt t="8295" x="5046663" y="2362200"/>
          <p14:tracePt t="8303" x="5051425" y="2355850"/>
          <p14:tracePt t="8311" x="5051425" y="2346325"/>
          <p14:tracePt t="8320" x="5060950" y="2346325"/>
          <p14:tracePt t="8331" x="5060950" y="2341563"/>
          <p14:tracePt t="8383" x="5056188" y="2336800"/>
          <p14:tracePt t="8391" x="5056188" y="2332038"/>
          <p14:tracePt t="8398" x="5046663" y="2325688"/>
          <p14:tracePt t="8406" x="5040313" y="2320925"/>
          <p14:tracePt t="8415" x="5021263" y="2306638"/>
          <p14:tracePt t="8424" x="4986338" y="2290763"/>
          <p14:tracePt t="8429" x="4930775" y="2270125"/>
          <p14:tracePt t="8436" x="4870450" y="2251075"/>
          <p14:tracePt t="8443" x="4799013" y="2220913"/>
          <p14:tracePt t="8451" x="4718050" y="2200275"/>
          <p14:tracePt t="8458" x="4632325" y="2179638"/>
          <p14:tracePt t="8466" x="4548188" y="2144713"/>
          <p14:tracePt t="8473" x="4365625" y="2070100"/>
          <p14:tracePt t="8481" x="4279900" y="2039938"/>
          <p14:tracePt t="8488" x="4194175" y="1998663"/>
          <p14:tracePt t="8497" x="4133850" y="1968500"/>
          <p14:tracePt t="8504" x="4048125" y="1933575"/>
          <p14:tracePt t="8511" x="3987800" y="1893888"/>
          <p14:tracePt t="8520" x="3933825" y="1863725"/>
          <p14:tracePt t="8528" x="3871913" y="1838325"/>
          <p14:tracePt t="8537" x="3822700" y="1808163"/>
          <p14:tracePt t="8544" x="3776663" y="1787525"/>
          <p14:tracePt t="8553" x="3732213" y="1771650"/>
          <p14:tracePt t="8561" x="3695700" y="1747838"/>
          <p14:tracePt t="8563" x="3665538" y="1727200"/>
          <p14:tracePt t="8571" x="3641725" y="1711325"/>
          <p14:tracePt t="8578" x="3621088" y="1697038"/>
          <p14:tracePt t="8586" x="3595688" y="1692275"/>
          <p14:tracePt t="8595" x="3586163" y="1681163"/>
          <p14:tracePt t="8603" x="3570288" y="1676400"/>
          <p14:tracePt t="8611" x="3556000" y="1671638"/>
          <p14:tracePt t="8621" x="3540125" y="1662113"/>
          <p14:tracePt t="8624" x="3530600" y="1657350"/>
          <p14:tracePt t="8631" x="3514725" y="1657350"/>
          <p14:tracePt t="8639" x="3495675" y="1646238"/>
          <p14:tracePt t="8647" x="3475038" y="1646238"/>
          <p14:tracePt t="8654" x="3440113" y="1641475"/>
          <p14:tracePt t="8662" x="3424238" y="1641475"/>
          <p14:tracePt t="8670" x="3403600" y="1641475"/>
          <p14:tracePt t="8678" x="3389313" y="1636713"/>
          <p14:tracePt t="8686" x="3368675" y="1636713"/>
          <p14:tracePt t="8695" x="3354388" y="1636713"/>
          <p14:tracePt t="8703" x="3349625" y="1636713"/>
          <p14:tracePt t="8713" x="3328988" y="1625600"/>
          <p14:tracePt t="8715" x="3319463" y="1625600"/>
          <p14:tracePt t="8721" x="3303588" y="1625600"/>
          <p14:tracePt t="8729" x="3287713" y="1625600"/>
          <p14:tracePt t="8736" x="3278188" y="1625600"/>
          <p14:tracePt t="8745" x="3273425" y="1625600"/>
          <p14:tracePt t="8753" x="3257550" y="1620838"/>
          <p14:tracePt t="8766" x="3252788" y="1620838"/>
          <p14:tracePt t="8803" x="3248025" y="1620838"/>
          <p14:tracePt t="8879" x="3248025" y="1616075"/>
          <p14:tracePt t="8886" x="3248025" y="1611313"/>
          <p14:tracePt t="8901" x="3248025" y="1606550"/>
          <p14:tracePt t="8917" x="3248025" y="1601788"/>
          <p14:tracePt t="8923" x="3252788" y="1595438"/>
          <p14:tracePt t="8931" x="3252788" y="1581150"/>
          <p14:tracePt t="8938" x="3263900" y="1565275"/>
          <p14:tracePt t="8947" x="3268663" y="1555750"/>
          <p14:tracePt t="8954" x="3273425" y="1541463"/>
          <p14:tracePt t="8962" x="3282950" y="1525588"/>
          <p14:tracePt t="8969" x="3298825" y="1511300"/>
          <p14:tracePt t="8979" x="3303588" y="1500188"/>
          <p14:tracePt t="8986" x="3308350" y="1485900"/>
          <p14:tracePt t="8996" x="3308350" y="1481138"/>
          <p14:tracePt t="9002" x="3308350" y="1474788"/>
          <p14:tracePt t="9013" x="3313113" y="1465263"/>
          <p14:tracePt t="9021" x="3313113" y="1460500"/>
          <p14:tracePt t="9037" x="3324225" y="1460500"/>
          <p14:tracePt t="9202" x="3328988" y="1455738"/>
          <p14:tracePt t="9224" x="3328988" y="1449388"/>
          <p14:tracePt t="9231" x="3333750" y="1449388"/>
          <p14:tracePt t="9239" x="3338513" y="1449388"/>
          <p14:tracePt t="9246" x="3343275" y="1444625"/>
          <p14:tracePt t="9261" x="3359150" y="1439863"/>
          <p14:tracePt t="9268" x="3363913" y="1439863"/>
          <p14:tracePt t="9276" x="3368675" y="1435100"/>
          <p14:tracePt t="9283" x="3373438" y="1435100"/>
          <p14:tracePt t="9291" x="3379788" y="1425575"/>
          <p14:tracePt t="9298" x="3394075" y="1419225"/>
          <p14:tracePt t="9306" x="3394075" y="1414463"/>
          <p14:tracePt t="9314" x="3398838" y="1414463"/>
          <p14:tracePt t="9321" x="3403600" y="1414463"/>
          <p14:tracePt t="9329" x="3409950" y="1409700"/>
          <p14:tracePt t="9366" x="3414713" y="1404938"/>
          <p14:tracePt t="9373" x="3419475" y="1404938"/>
          <p14:tracePt t="9381" x="3424238" y="1404938"/>
          <p14:tracePt t="9389" x="3433763" y="1404938"/>
          <p14:tracePt t="9404" x="3440113" y="1404938"/>
          <p14:tracePt t="9411" x="3440113" y="1400175"/>
          <p14:tracePt t="9448" x="3444875" y="1400175"/>
          <p14:tracePt t="9525" x="3449638" y="1400175"/>
          <p14:tracePt t="9531" x="3454400" y="1400175"/>
          <p14:tracePt t="9546" x="3470275" y="1400175"/>
          <p14:tracePt t="9554" x="3475038" y="1400175"/>
          <p14:tracePt t="9561" x="3479800" y="1400175"/>
          <p14:tracePt t="9569" x="3489325" y="1404938"/>
          <p14:tracePt t="9571" x="3505200" y="1404938"/>
          <p14:tracePt t="9575" x="3509963" y="1409700"/>
          <p14:tracePt t="9583" x="3525838" y="1414463"/>
          <p14:tracePt t="9591" x="3544888" y="1425575"/>
          <p14:tracePt t="9599" x="3549650" y="1430338"/>
          <p14:tracePt t="9606" x="3565525" y="1444625"/>
          <p14:tracePt t="9614" x="3575050" y="1449388"/>
          <p14:tracePt t="9622" x="3590925" y="1455738"/>
          <p14:tracePt t="9631" x="3605213" y="1470025"/>
          <p14:tracePt t="9636" x="3621088" y="1474788"/>
          <p14:tracePt t="9644" x="3635375" y="1490663"/>
          <p14:tracePt t="9653" x="3646488" y="1490663"/>
          <p14:tracePt t="9662" x="3660775" y="1504950"/>
          <p14:tracePt t="9669" x="3676650" y="1504950"/>
          <p14:tracePt t="9678" x="3681413" y="1511300"/>
          <p14:tracePt t="9686" x="3690938" y="1520825"/>
          <p14:tracePt t="9688" x="3690938" y="1525588"/>
          <p14:tracePt t="9697" x="3695700" y="1525588"/>
          <p14:tracePt t="9703" x="3702050" y="1530350"/>
          <p14:tracePt t="9712" x="3711575" y="1530350"/>
          <p14:tracePt t="9720" x="3711575" y="1535113"/>
          <p14:tracePt t="9733" x="3716338" y="1535113"/>
          <p14:tracePt t="9741" x="3721100" y="1535113"/>
          <p14:tracePt t="9748" x="3721100" y="1541463"/>
          <p14:tracePt t="9756" x="3725863" y="1541463"/>
          <p14:tracePt t="9763" x="3746500" y="1546225"/>
          <p14:tracePt t="9771" x="3751263" y="1546225"/>
          <p14:tracePt t="9778" x="3756025" y="1550988"/>
          <p14:tracePt t="9786" x="3767138" y="1550988"/>
          <p14:tracePt t="9794" x="3771900" y="1550988"/>
          <p14:tracePt t="9803" x="3781425" y="1555750"/>
          <p14:tracePt t="9811" x="3787775" y="1555750"/>
          <p14:tracePt t="9819" x="3792538" y="1565275"/>
          <p14:tracePt t="9828" x="3797300" y="1565275"/>
          <p14:tracePt t="9837" x="3802063" y="1565275"/>
          <p14:tracePt t="9838" x="3806825" y="1571625"/>
          <p14:tracePt t="9847" x="3811588" y="1571625"/>
          <p14:tracePt t="9853" x="3817938" y="1571625"/>
          <p14:tracePt t="9861" x="3827463" y="1571625"/>
          <p14:tracePt t="9876" x="3832225" y="1571625"/>
          <p14:tracePt t="9898" x="3836988" y="1571625"/>
          <p14:tracePt t="9921" x="3841750" y="1571625"/>
          <p14:tracePt t="9929" x="3862388" y="1571625"/>
          <p14:tracePt t="9935" x="3871913" y="1571625"/>
          <p14:tracePt t="9943" x="3887788" y="1571625"/>
          <p14:tracePt t="9951" x="3897313" y="1571625"/>
          <p14:tracePt t="9958" x="3922713" y="1571625"/>
          <p14:tracePt t="9965" x="3933825" y="1565275"/>
          <p14:tracePt t="9973" x="3948113" y="1565275"/>
          <p14:tracePt t="9981" x="3963988" y="1560513"/>
          <p14:tracePt t="9988" x="3973513" y="1560513"/>
          <p14:tracePt t="9996" x="3978275" y="1555750"/>
          <p14:tracePt t="10004" x="3983038" y="1555750"/>
          <p14:tracePt t="10018" x="3994150" y="1555750"/>
          <p14:tracePt t="10026" x="3994150" y="1550988"/>
          <p14:tracePt t="10041" x="3998913" y="1550988"/>
          <p14:tracePt t="10049" x="4003675" y="1546225"/>
          <p14:tracePt t="10056" x="4008438" y="1530350"/>
          <p14:tracePt t="10064" x="4024313" y="1516063"/>
          <p14:tracePt t="10070" x="4029075" y="1504950"/>
          <p14:tracePt t="10079" x="4038600" y="1470025"/>
          <p14:tracePt t="10085" x="4043363" y="1439863"/>
          <p14:tracePt t="10093" x="4054475" y="1419225"/>
          <p14:tracePt t="10101" x="4059238" y="1389063"/>
          <p14:tracePt t="10109" x="4068763" y="1358900"/>
          <p14:tracePt t="10116" x="4068763" y="1344613"/>
          <p14:tracePt t="10124" x="4068763" y="1319213"/>
          <p14:tracePt t="10131" x="4068763" y="1303338"/>
          <p14:tracePt t="10138" x="4068763" y="1298575"/>
          <p14:tracePt t="10146" x="4068763" y="1293813"/>
          <p14:tracePt t="10153" x="4068763" y="1289050"/>
          <p14:tracePt t="10168" x="4068763" y="1273175"/>
          <p14:tracePt t="10176" x="4068763" y="1268413"/>
          <p14:tracePt t="10183" x="4064000" y="1263650"/>
          <p14:tracePt t="10190" x="4054475" y="1258888"/>
          <p14:tracePt t="10198" x="4054475" y="1254125"/>
          <p14:tracePt t="10206" x="4048125" y="1249363"/>
          <p14:tracePt t="10213" x="4043363" y="1238250"/>
          <p14:tracePt t="10221" x="4038600" y="1228725"/>
          <p14:tracePt t="10228" x="4024313" y="1223963"/>
          <p14:tracePt t="10236" x="4017963" y="1223963"/>
          <p14:tracePt t="10244" x="4008438" y="1212850"/>
          <p14:tracePt t="10253" x="3998913" y="1208088"/>
          <p14:tracePt t="10261" x="3987800" y="1203325"/>
          <p14:tracePt t="10271" x="3973513" y="1203325"/>
          <p14:tracePt t="10278" x="3968750" y="1203325"/>
          <p14:tracePt t="10286" x="3957638" y="1203325"/>
          <p14:tracePt t="10297" x="3938588" y="1203325"/>
          <p14:tracePt t="10304" x="3933825" y="1203325"/>
          <p14:tracePt t="10311" x="3927475" y="1203325"/>
          <p14:tracePt t="10320" x="3922713" y="1203325"/>
          <p14:tracePt t="10328" x="3908425" y="1203325"/>
          <p14:tracePt t="10336" x="3902075" y="1203325"/>
          <p14:tracePt t="10345" x="3892550" y="1203325"/>
          <p14:tracePt t="10353" x="3878263" y="1203325"/>
          <p14:tracePt t="10362" x="3871913" y="1208088"/>
          <p14:tracePt t="10364" x="3857625" y="1219200"/>
          <p14:tracePt t="10371" x="3848100" y="1233488"/>
          <p14:tracePt t="10379" x="3836988" y="1254125"/>
          <p14:tracePt t="10386" x="3832225" y="1273175"/>
          <p14:tracePt t="10395" x="3822700" y="1309688"/>
          <p14:tracePt t="10403" x="3822700" y="1349375"/>
          <p14:tracePt t="10411" x="3822700" y="1389063"/>
          <p14:tracePt t="10420" x="3827463" y="1435100"/>
          <p14:tracePt t="10428" x="3836988" y="1490663"/>
          <p14:tracePt t="10436" x="3836988" y="1530350"/>
          <p14:tracePt t="10438" x="3857625" y="1590675"/>
          <p14:tracePt t="10446" x="3862388" y="1631950"/>
          <p14:tracePt t="10454" x="3883025" y="1666875"/>
          <p14:tracePt t="10461" x="3887788" y="1711325"/>
          <p14:tracePt t="10469" x="3908425" y="1741488"/>
          <p14:tracePt t="10478" x="3922713" y="1787525"/>
          <p14:tracePt t="10486" x="3927475" y="1803400"/>
          <p14:tracePt t="10495" x="3933825" y="1808163"/>
          <p14:tracePt t="10503" x="3933825" y="1812925"/>
          <p14:tracePt t="10511" x="3938588" y="1812925"/>
          <p14:tracePt t="10520" x="3938588" y="1817688"/>
          <p14:tracePt t="10529" x="3952875" y="1817688"/>
          <p14:tracePt t="10536" x="3957638" y="1817688"/>
          <p14:tracePt t="10545" x="3963988" y="1817688"/>
          <p14:tracePt t="10553" x="3968750" y="1812925"/>
          <p14:tracePt t="10561" x="3973513" y="1808163"/>
          <p14:tracePt t="10570" x="3978275" y="1792288"/>
          <p14:tracePt t="10578" x="3994150" y="1782763"/>
          <p14:tracePt t="10587" x="4008438" y="1766888"/>
          <p14:tracePt t="10595" x="4017963" y="1741488"/>
          <p14:tracePt t="10596" x="4029075" y="1727200"/>
          <p14:tracePt t="10604" x="4038600" y="1706563"/>
          <p14:tracePt t="10611" x="4054475" y="1687513"/>
          <p14:tracePt t="10619" x="4059238" y="1651000"/>
          <p14:tracePt t="10628" x="4068763" y="1641475"/>
          <p14:tracePt t="10636" x="4073525" y="1611313"/>
          <p14:tracePt t="10646" x="4073525" y="1585913"/>
          <p14:tracePt t="10653" x="4084638" y="1555750"/>
          <p14:tracePt t="10662" x="4084638" y="1546225"/>
          <p14:tracePt t="10671" x="4084638" y="1520825"/>
          <p14:tracePt t="10672" x="4084638" y="1495425"/>
          <p14:tracePt t="10678" x="4084638" y="1490663"/>
          <p14:tracePt t="10686" x="4084638" y="1481138"/>
          <p14:tracePt t="10696" x="4084638" y="1465263"/>
          <p14:tracePt t="10702" x="4084638" y="1460500"/>
          <p14:tracePt t="10712" x="4084638" y="1444625"/>
          <p14:tracePt t="10719" x="4084638" y="1439863"/>
          <p14:tracePt t="10729" x="4084638" y="1430338"/>
          <p14:tracePt t="10736" x="4084638" y="1414463"/>
          <p14:tracePt t="10737" x="4084638" y="1409700"/>
          <p14:tracePt t="10746" x="4084638" y="1404938"/>
          <p14:tracePt t="10753" x="4073525" y="1400175"/>
          <p14:tracePt t="10768" x="4073525" y="1395413"/>
          <p14:tracePt t="10851" x="4068763" y="1395413"/>
          <p14:tracePt t="10858" x="4064000" y="1395413"/>
          <p14:tracePt t="10866" x="4059238" y="1395413"/>
          <p14:tracePt t="10873" x="4048125" y="1395413"/>
          <p14:tracePt t="10881" x="4038600" y="1409700"/>
          <p14:tracePt t="10889" x="4029075" y="1409700"/>
          <p14:tracePt t="10896" x="4013200" y="1414463"/>
          <p14:tracePt t="10903" x="4008438" y="1419225"/>
          <p14:tracePt t="10911" x="4003675" y="1425575"/>
          <p14:tracePt t="10919" x="3994150" y="1425575"/>
          <p14:tracePt t="10929" x="3994150" y="1430338"/>
          <p14:tracePt t="10941" x="3987800" y="1430338"/>
          <p14:tracePt t="10956" x="3983038" y="1439863"/>
          <p14:tracePt t="10985" x="3978275" y="1439863"/>
          <p14:tracePt t="11038" x="3978275" y="1444625"/>
          <p14:tracePt t="11054" x="3978275" y="1449388"/>
          <p14:tracePt t="11061" x="3978275" y="1455738"/>
          <p14:tracePt t="11069" x="3978275" y="1465263"/>
          <p14:tracePt t="11075" x="3978275" y="1481138"/>
          <p14:tracePt t="11083" x="3978275" y="1485900"/>
          <p14:tracePt t="11091" x="3978275" y="1490663"/>
          <p14:tracePt t="11099" x="3978275" y="1504950"/>
          <p14:tracePt t="11107" x="3978275" y="1511300"/>
          <p14:tracePt t="11114" x="3978275" y="1516063"/>
          <p14:tracePt t="11122" x="3978275" y="1520825"/>
          <p14:tracePt t="11129" x="3978275" y="1525588"/>
          <p14:tracePt t="11143" x="3978275" y="1530350"/>
          <p14:tracePt t="11151" x="3978275" y="1535113"/>
          <p14:tracePt t="11158" x="3978275" y="1546225"/>
          <p14:tracePt t="11166" x="3978275" y="1550988"/>
          <p14:tracePt t="11173" x="3978275" y="1555750"/>
          <p14:tracePt t="11181" x="3978275" y="1560513"/>
          <p14:tracePt t="11188" x="3978275" y="1565275"/>
          <p14:tracePt t="11196" x="3978275" y="1571625"/>
          <p14:tracePt t="11211" x="3973513" y="1571625"/>
          <p14:tracePt t="11218" x="3973513" y="1576388"/>
          <p14:tracePt t="11302" x="3973513" y="1571625"/>
          <p14:tracePt t="11308" x="3973513" y="1565275"/>
          <p14:tracePt t="11316" x="3973513" y="1546225"/>
          <p14:tracePt t="11323" x="3983038" y="1525588"/>
          <p14:tracePt t="11331" x="3983038" y="1504950"/>
          <p14:tracePt t="11338" x="3983038" y="1481138"/>
          <p14:tracePt t="11346" x="3983038" y="1449388"/>
          <p14:tracePt t="11354" x="3983038" y="1430338"/>
          <p14:tracePt t="11362" x="3983038" y="1409700"/>
          <p14:tracePt t="11370" x="3983038" y="1395413"/>
          <p14:tracePt t="11378" x="3983038" y="1384300"/>
          <p14:tracePt t="11386" x="3983038" y="1374775"/>
          <p14:tracePt t="11395" x="3983038" y="1370013"/>
          <p14:tracePt t="11428" x="3987800" y="1370013"/>
          <p14:tracePt t="11436" x="3994150" y="1370013"/>
          <p14:tracePt t="11443" x="4003675" y="1384300"/>
          <p14:tracePt t="11451" x="4017963" y="1409700"/>
          <p14:tracePt t="11458" x="4043363" y="1439863"/>
          <p14:tracePt t="11466" x="4064000" y="1474788"/>
          <p14:tracePt t="11473" x="4079875" y="1504950"/>
          <p14:tracePt t="11481" x="4094163" y="1541463"/>
          <p14:tracePt t="11489" x="4110038" y="1560513"/>
          <p14:tracePt t="11496" x="4119563" y="1585913"/>
          <p14:tracePt t="11504" x="4124325" y="1601788"/>
          <p14:tracePt t="11511" x="4124325" y="1611313"/>
          <p14:tracePt t="11520" x="4129088" y="1616075"/>
          <p14:tracePt t="11528" x="4129088" y="1620838"/>
          <p14:tracePt t="11538" x="4129088" y="1631950"/>
          <p14:tracePt t="11550" x="4129088" y="1636713"/>
          <p14:tracePt t="11556" x="4133850" y="1636713"/>
          <p14:tracePt t="11579" x="4129088" y="1641475"/>
          <p14:tracePt t="11586" x="4124325" y="1641475"/>
          <p14:tracePt t="11593" x="4110038" y="1641475"/>
          <p14:tracePt t="11601" x="4098925" y="1641475"/>
          <p14:tracePt t="11608" x="4094163" y="1641475"/>
          <p14:tracePt t="11616" x="4073525" y="1636713"/>
          <p14:tracePt t="11623" x="4059238" y="1636713"/>
          <p14:tracePt t="11631" x="4043363" y="1625600"/>
          <p14:tracePt t="11638" x="4024313" y="1616075"/>
          <p14:tracePt t="11646" x="4017963" y="1601788"/>
          <p14:tracePt t="11653" x="4008438" y="1590675"/>
          <p14:tracePt t="11662" x="3994150" y="1576388"/>
          <p14:tracePt t="11669" x="3987800" y="1560513"/>
          <p14:tracePt t="11678" x="3983038" y="1555750"/>
          <p14:tracePt t="11686" x="3978275" y="1550988"/>
          <p14:tracePt t="11695" x="3978275" y="1546225"/>
          <p14:tracePt t="11703" x="3978275" y="1541463"/>
          <p14:tracePt t="11712" x="3973513" y="1541463"/>
          <p14:tracePt t="11723" x="3973513" y="1530350"/>
          <p14:tracePt t="11811" x="3973513" y="1535113"/>
          <p14:tracePt t="11819" x="3973513" y="1541463"/>
          <p14:tracePt t="11825" x="3973513" y="1550988"/>
          <p14:tracePt t="11833" x="3973513" y="1565275"/>
          <p14:tracePt t="11850" x="3973513" y="1590675"/>
          <p14:tracePt t="11864" x="3973513" y="1601788"/>
          <p14:tracePt t="11878" x="3973513" y="1611313"/>
          <p14:tracePt t="11901" x="3973513" y="1616075"/>
          <p14:tracePt t="11953" x="3968750" y="1606550"/>
          <p14:tracePt t="11961" x="3957638" y="1595438"/>
          <p14:tracePt t="11968" x="3957638" y="1581150"/>
          <p14:tracePt t="11976" x="3952875" y="1560513"/>
          <p14:tracePt t="11984" x="3952875" y="1546225"/>
          <p14:tracePt t="11991" x="3948113" y="1535113"/>
          <p14:tracePt t="11999" x="3948113" y="1520825"/>
          <p14:tracePt t="12006" x="3948113" y="1516063"/>
          <p14:tracePt t="12015" x="3948113" y="1500188"/>
          <p14:tracePt t="12022" x="3948113" y="1495425"/>
          <p14:tracePt t="12030" x="3952875" y="1490663"/>
          <p14:tracePt t="12037" x="3957638" y="1490663"/>
          <p14:tracePt t="12045" x="3963988" y="1485900"/>
          <p14:tracePt t="12053" x="3978275" y="1485900"/>
          <p14:tracePt t="12061" x="3987800" y="1485900"/>
          <p14:tracePt t="12070" x="3998913" y="1495425"/>
          <p14:tracePt t="12078" x="4008438" y="1500188"/>
          <p14:tracePt t="12088" x="4017963" y="1520825"/>
          <p14:tracePt t="12089" x="4024313" y="1535113"/>
          <p14:tracePt t="12096" x="4029075" y="1555750"/>
          <p14:tracePt t="12103" x="4038600" y="1571625"/>
          <p14:tracePt t="12111" x="4038600" y="1585913"/>
          <p14:tracePt t="12120" x="4043363" y="1611313"/>
          <p14:tracePt t="12128" x="4043363" y="1616075"/>
          <p14:tracePt t="12136" x="4043363" y="1620838"/>
          <p14:tracePt t="12145" x="4043363" y="1625600"/>
          <p14:tracePt t="12153" x="4043363" y="1631950"/>
          <p14:tracePt t="12161" x="4038600" y="1631950"/>
          <p14:tracePt t="12164" x="4038600" y="1641475"/>
          <p14:tracePt t="12449" x="4048125" y="1641475"/>
          <p14:tracePt t="12456" x="4064000" y="1641475"/>
          <p14:tracePt t="12464" x="4084638" y="1646238"/>
          <p14:tracePt t="12471" x="4114800" y="1646238"/>
          <p14:tracePt t="12479" x="4144963" y="1646238"/>
          <p14:tracePt t="12486" x="4219575" y="1646238"/>
          <p14:tracePt t="12493" x="4249738" y="1636713"/>
          <p14:tracePt t="12501" x="4279900" y="1636713"/>
          <p14:tracePt t="12508" x="4300538" y="1631950"/>
          <p14:tracePt t="12516" x="4330700" y="1620838"/>
          <p14:tracePt t="12523" x="4356100" y="1616075"/>
          <p14:tracePt t="12531" x="4376738" y="1606550"/>
          <p14:tracePt t="12539" x="4402138" y="1601788"/>
          <p14:tracePt t="12546" x="4421188" y="1590675"/>
          <p14:tracePt t="12554" x="4441825" y="1585913"/>
          <p14:tracePt t="12562" x="4456113" y="1576388"/>
          <p14:tracePt t="12570" x="4471988" y="1576388"/>
          <p14:tracePt t="12578" x="4481513" y="1576388"/>
          <p14:tracePt t="12587" x="4486275" y="1576388"/>
          <p14:tracePt t="12595" x="4492625" y="1571625"/>
          <p14:tracePt t="12604" x="4502150" y="1571625"/>
          <p14:tracePt t="12611" x="4506913" y="1571625"/>
          <p14:tracePt t="12613" x="4511675" y="1571625"/>
          <p14:tracePt t="12666" x="4511675" y="1565275"/>
          <p14:tracePt t="12748" x="4497388" y="1565275"/>
          <p14:tracePt t="12756" x="4486275" y="1560513"/>
          <p14:tracePt t="12763" x="4471988" y="1550988"/>
          <p14:tracePt t="12772" x="4451350" y="1550988"/>
          <p14:tracePt t="12779" x="4437063" y="1546225"/>
          <p14:tracePt t="12786" x="4421188" y="1546225"/>
          <p14:tracePt t="12793" x="4402138" y="1535113"/>
          <p14:tracePt t="12801" x="4395788" y="1535113"/>
          <p14:tracePt t="12808" x="4391025" y="1535113"/>
          <p14:tracePt t="12816" x="4381500" y="1535113"/>
          <p14:tracePt t="12823" x="4376738" y="1535113"/>
          <p14:tracePt t="12846" x="4371975" y="1535113"/>
          <p14:tracePt t="12891" x="4376738" y="1530350"/>
          <p14:tracePt t="12898" x="4386263" y="1525588"/>
          <p14:tracePt t="12906" x="4406900" y="1520825"/>
          <p14:tracePt t="12913" x="4416425" y="1520825"/>
          <p14:tracePt t="12921" x="4437063" y="1511300"/>
          <p14:tracePt t="12928" x="4462463" y="1511300"/>
          <p14:tracePt t="12935" x="4471988" y="1504950"/>
          <p14:tracePt t="12944" x="4486275" y="1504950"/>
          <p14:tracePt t="12951" x="4502150" y="1504950"/>
          <p14:tracePt t="12958" x="4511675" y="1504950"/>
          <p14:tracePt t="12974" x="4518025" y="1504950"/>
          <p14:tracePt t="12981" x="4522788" y="1504950"/>
          <p14:tracePt t="13003" x="4532313" y="1504950"/>
          <p14:tracePt t="13026" x="4541838" y="1504950"/>
          <p14:tracePt t="13033" x="4552950" y="1504950"/>
          <p14:tracePt t="13041" x="4557713" y="1500188"/>
          <p14:tracePt t="13048" x="4578350" y="1495425"/>
          <p14:tracePt t="13056" x="4592638" y="1485900"/>
          <p14:tracePt t="13063" x="4608513" y="1470025"/>
          <p14:tracePt t="13071" x="4622800" y="1465263"/>
          <p14:tracePt t="13079" x="4632325" y="1449388"/>
          <p14:tracePt t="13087" x="4648200" y="1444625"/>
          <p14:tracePt t="13095" x="4652963" y="1439863"/>
          <p14:tracePt t="13103" x="4657725" y="1435100"/>
          <p14:tracePt t="13111" x="4668838" y="1435100"/>
          <p14:tracePt t="13120" x="4673600" y="1425575"/>
          <p14:tracePt t="13131" x="4678363" y="1425575"/>
          <p14:tracePt t="13139" x="4683125" y="1425575"/>
          <p14:tracePt t="13147" x="4687888" y="1425575"/>
          <p14:tracePt t="13153" x="4703763" y="1430338"/>
          <p14:tracePt t="13161" x="4713288" y="1435100"/>
          <p14:tracePt t="13170" x="4729163" y="1439863"/>
          <p14:tracePt t="13178" x="4743450" y="1455738"/>
          <p14:tracePt t="13186" x="4759325" y="1470025"/>
          <p14:tracePt t="13195" x="4764088" y="1474788"/>
          <p14:tracePt t="13203" x="4773613" y="1485900"/>
          <p14:tracePt t="13211" x="4784725" y="1495425"/>
          <p14:tracePt t="13214" x="4789488" y="1495425"/>
          <p14:tracePt t="13222" x="4794250" y="1500188"/>
          <p14:tracePt t="13244" x="4799013" y="1500188"/>
          <p14:tracePt t="13251" x="4803775" y="1500188"/>
          <p14:tracePt t="13259" x="4819650" y="1500188"/>
          <p14:tracePt t="13266" x="4824413" y="1490663"/>
          <p14:tracePt t="13274" x="4849813" y="1481138"/>
          <p14:tracePt t="13281" x="4859338" y="1465263"/>
          <p14:tracePt t="13289" x="4875213" y="1449388"/>
          <p14:tracePt t="13296" x="4889500" y="1439863"/>
          <p14:tracePt t="13304" x="4894263" y="1430338"/>
          <p14:tracePt t="13311" x="4900613" y="1419225"/>
          <p14:tracePt t="13319" x="4910138" y="1414463"/>
          <p14:tracePt t="13328" x="4914900" y="1414463"/>
          <p14:tracePt t="13336" x="4919663" y="1409700"/>
          <p14:tracePt t="13344" x="4924425" y="1409700"/>
          <p14:tracePt t="13354" x="4930775" y="1400175"/>
          <p14:tracePt t="13356" x="4935538" y="1400175"/>
          <p14:tracePt t="13363" x="4940300" y="1400175"/>
          <p14:tracePt t="13371" x="4949825" y="1395413"/>
          <p14:tracePt t="13379" x="4954588" y="1395413"/>
          <p14:tracePt t="13386" x="4960938" y="1395413"/>
          <p14:tracePt t="13395" x="4965700" y="1395413"/>
          <p14:tracePt t="13403" x="4970463" y="1395413"/>
          <p14:tracePt t="13412" x="4975225" y="1395413"/>
          <p14:tracePt t="13419" x="4979988" y="1395413"/>
          <p14:tracePt t="13429" x="4991100" y="1395413"/>
          <p14:tracePt t="13431" x="4995863" y="1395413"/>
          <p14:tracePt t="13439" x="5000625" y="1395413"/>
          <p14:tracePt t="13446" x="5005388" y="1404938"/>
          <p14:tracePt t="13454" x="5016500" y="1409700"/>
          <p14:tracePt t="13462" x="5026025" y="1414463"/>
          <p14:tracePt t="13470" x="5030788" y="1425575"/>
          <p14:tracePt t="13478" x="5035550" y="1425575"/>
          <p14:tracePt t="13486" x="5040313" y="1439863"/>
          <p14:tracePt t="13495" x="5046663" y="1439863"/>
          <p14:tracePt t="13503" x="5046663" y="1444625"/>
          <p14:tracePt t="13508" x="5056188" y="1449388"/>
          <p14:tracePt t="13514" x="5060950" y="1455738"/>
          <p14:tracePt t="13522" x="5060950" y="1465263"/>
          <p14:tracePt t="13529" x="5065713" y="1470025"/>
          <p14:tracePt t="13536" x="5065713" y="1474788"/>
          <p14:tracePt t="13545" x="5070475" y="1481138"/>
          <p14:tracePt t="13553" x="5070475" y="1485900"/>
          <p14:tracePt t="13574" x="5076825" y="1490663"/>
          <p14:tracePt t="13687" x="5081588" y="1495425"/>
          <p14:tracePt t="13701" x="5086350" y="1500188"/>
          <p14:tracePt t="13709" x="5091113" y="1500188"/>
          <p14:tracePt t="13716" x="5100638" y="1500188"/>
          <p14:tracePt t="13724" x="5121275" y="1511300"/>
          <p14:tracePt t="13731" x="5132388" y="1516063"/>
          <p14:tracePt t="13739" x="5162550" y="1525588"/>
          <p14:tracePt t="13747" x="5192713" y="1525588"/>
          <p14:tracePt t="13754" x="5237163" y="1530350"/>
          <p14:tracePt t="13761" x="5348288" y="1550988"/>
          <p14:tracePt t="13770" x="5429250" y="1560513"/>
          <p14:tracePt t="13778" x="5514975" y="1581150"/>
          <p14:tracePt t="13787" x="5610225" y="1590675"/>
          <p14:tracePt t="13795" x="5715000" y="1606550"/>
          <p14:tracePt t="13803" x="5826125" y="1625600"/>
          <p14:tracePt t="13805" x="5946775" y="1646238"/>
          <p14:tracePt t="13814" x="6083300" y="1671638"/>
          <p14:tracePt t="13822" x="6219825" y="1692275"/>
          <p14:tracePt t="13829" x="6354763" y="1727200"/>
          <p14:tracePt t="13837" x="6507163" y="1752600"/>
          <p14:tracePt t="13845" x="6642100" y="1782763"/>
          <p14:tracePt t="13853" x="6792913" y="1808163"/>
          <p14:tracePt t="13861" x="6929438" y="1827213"/>
          <p14:tracePt t="13870" x="7059613" y="1852613"/>
          <p14:tracePt t="13879" x="7186613" y="1863725"/>
          <p14:tracePt t="13886" x="7277100" y="1863725"/>
          <p14:tracePt t="13890" x="7372350" y="1863725"/>
          <p14:tracePt t="13896" x="7443788" y="1857375"/>
          <p14:tracePt t="13904" x="7493000" y="1857375"/>
          <p14:tracePt t="13912" x="7539038" y="1847850"/>
          <p14:tracePt t="13919" x="7583488" y="1843088"/>
          <p14:tracePt t="13928" x="7613650" y="1822450"/>
          <p14:tracePt t="13936" x="7639050" y="1817688"/>
          <p14:tracePt t="13945" x="7659688" y="1808163"/>
          <p14:tracePt t="13953" x="7694613" y="1787525"/>
          <p14:tracePt t="13962" x="7710488" y="1771650"/>
          <p14:tracePt t="13964" x="7735888" y="1757363"/>
          <p14:tracePt t="13971" x="7750175" y="1741488"/>
          <p14:tracePt t="13979" x="7759700" y="1727200"/>
          <p14:tracePt t="13986" x="7775575" y="1706563"/>
          <p14:tracePt t="13995" x="7789863" y="1687513"/>
          <p14:tracePt t="14003" x="7810500" y="1651000"/>
          <p14:tracePt t="14011" x="7826375" y="1620838"/>
          <p14:tracePt t="14020" x="7835900" y="1576388"/>
          <p14:tracePt t="14023" x="7856538" y="1516063"/>
          <p14:tracePt t="14031" x="7861300" y="1474788"/>
          <p14:tracePt t="14039" x="7870825" y="1414463"/>
          <p14:tracePt t="14046" x="7881938" y="1374775"/>
          <p14:tracePt t="14054" x="7881938" y="1328738"/>
          <p14:tracePt t="14061" x="7891463" y="1289050"/>
          <p14:tracePt t="14070" x="7886700" y="1258888"/>
          <p14:tracePt t="14078" x="7875588" y="1223963"/>
          <p14:tracePt t="14087" x="7870825" y="1193800"/>
          <p14:tracePt t="14095" x="7861300" y="1173163"/>
          <p14:tracePt t="14104" x="7851775" y="1158875"/>
          <p14:tracePt t="14111" x="7840663" y="1138238"/>
          <p14:tracePt t="14113" x="7835900" y="1122363"/>
          <p14:tracePt t="14122" x="7826375" y="1112838"/>
          <p14:tracePt t="14136" x="7826375" y="1103313"/>
          <p14:tracePt t="14143" x="7815263" y="1103313"/>
          <p14:tracePt t="14173" x="7815263" y="1108075"/>
          <p14:tracePt t="14181" x="7810500" y="1117600"/>
          <p14:tracePt t="14189" x="7810500" y="1133475"/>
          <p14:tracePt t="14196" x="7810500" y="1152525"/>
          <p14:tracePt t="14204" x="7805738" y="1173163"/>
          <p14:tracePt t="14211" x="7805738" y="1189038"/>
          <p14:tracePt t="14218" x="7805738" y="1208088"/>
          <p14:tracePt t="14226" x="7805738" y="1223963"/>
          <p14:tracePt t="14233" x="7805738" y="1228725"/>
          <p14:tracePt t="14240" x="7805738" y="1233488"/>
          <p14:tracePt t="14248" x="7810500" y="1238250"/>
          <p14:tracePt t="14264" x="7815263" y="1243013"/>
          <p14:tracePt t="14279" x="7820025" y="1254125"/>
          <p14:tracePt t="14294" x="7831138" y="1254125"/>
          <p14:tracePt t="14301" x="7835900" y="1254125"/>
          <p14:tracePt t="14535" x="7754938" y="1284288"/>
          <p14:tracePt t="14541" x="7629525" y="1328738"/>
          <p14:tracePt t="14548" x="7467600" y="1395413"/>
          <p14:tracePt t="14556" x="7291388" y="1474788"/>
          <p14:tracePt t="14564" x="7115175" y="1541463"/>
          <p14:tracePt t="14572" x="6950075" y="1590675"/>
          <p14:tracePt t="14579" x="6804025" y="1657350"/>
          <p14:tracePt t="14587" x="6692900" y="1687513"/>
          <p14:tracePt t="14595" x="6591300" y="1722438"/>
          <p14:tracePt t="14603" x="6511925" y="1741488"/>
          <p14:tracePt t="14611" x="6456363" y="1752600"/>
          <p14:tracePt t="14620" x="6410325" y="1762125"/>
          <p14:tracePt t="14623" x="6380163" y="1762125"/>
          <p14:tracePt t="14631" x="6354763" y="1757363"/>
          <p14:tracePt t="14639" x="6335713" y="1752600"/>
          <p14:tracePt t="14646" x="6315075" y="1741488"/>
          <p14:tracePt t="14654" x="6289675" y="1727200"/>
          <p14:tracePt t="14662" x="6269038" y="1711325"/>
          <p14:tracePt t="14670" x="6199188" y="1671638"/>
          <p14:tracePt t="14678" x="6153150" y="1641475"/>
          <p14:tracePt t="14687" x="6092825" y="1611313"/>
          <p14:tracePt t="14695" x="6048375" y="1585913"/>
          <p14:tracePt t="14703" x="5988050" y="1555750"/>
          <p14:tracePt t="14712" x="5942013" y="1525588"/>
          <p14:tracePt t="14715" x="5892800" y="1500188"/>
          <p14:tracePt t="14721" x="5856288" y="1470025"/>
          <p14:tracePt t="14729" x="5826125" y="1444625"/>
          <p14:tracePt t="14737" x="5800725" y="1419225"/>
          <p14:tracePt t="14745" x="5776913" y="1409700"/>
          <p14:tracePt t="14753" x="5765800" y="1395413"/>
          <p14:tracePt t="14761" x="5756275" y="1389063"/>
          <p14:tracePt t="14770" x="5746750" y="1379538"/>
          <p14:tracePt t="14778" x="5746750" y="1374775"/>
          <p14:tracePt t="14789" x="5740400" y="1374775"/>
          <p14:tracePt t="15097" x="5746750" y="1374775"/>
          <p14:tracePt t="15104" x="5746750" y="1370013"/>
          <p14:tracePt t="15111" x="5751513" y="1370013"/>
          <p14:tracePt t="15119" x="5756275" y="1354138"/>
          <p14:tracePt t="15126" x="5765800" y="1344613"/>
          <p14:tracePt t="15133" x="5770563" y="1328738"/>
          <p14:tracePt t="15141" x="5776913" y="1323975"/>
          <p14:tracePt t="15149" x="5776913" y="1309688"/>
          <p14:tracePt t="15156" x="5786438" y="1298575"/>
          <p14:tracePt t="15164" x="5791200" y="1298575"/>
          <p14:tracePt t="15171" x="5795963" y="1284288"/>
          <p14:tracePt t="15179" x="5795963" y="1279525"/>
          <p14:tracePt t="15186" x="5800725" y="1279525"/>
          <p14:tracePt t="15195" x="5807075" y="1273175"/>
          <p14:tracePt t="15203" x="5811838" y="1268413"/>
          <p14:tracePt t="15211" x="5821363" y="1268413"/>
          <p14:tracePt t="15220" x="5826125" y="1263650"/>
          <p14:tracePt t="15228" x="5851525" y="1254125"/>
          <p14:tracePt t="15236" x="5856288" y="1254125"/>
          <p14:tracePt t="15238" x="5876925" y="1254125"/>
          <p14:tracePt t="15246" x="5892800" y="1258888"/>
          <p14:tracePt t="15254" x="5902325" y="1258888"/>
          <p14:tracePt t="15261" x="5922963" y="1263650"/>
          <p14:tracePt t="15270" x="5946775" y="1273175"/>
          <p14:tracePt t="15278" x="5967413" y="1279525"/>
          <p14:tracePt t="15286" x="5983288" y="1293813"/>
          <p14:tracePt t="15295" x="6007100" y="1298575"/>
          <p14:tracePt t="15303" x="6027738" y="1298575"/>
          <p14:tracePt t="15312" x="6043613" y="1309688"/>
          <p14:tracePt t="15314" x="6053138" y="1314450"/>
          <p14:tracePt t="15321" x="6057900" y="1314450"/>
          <p14:tracePt t="15328" x="6069013" y="1314450"/>
          <p14:tracePt t="15336" x="6073775" y="1314450"/>
          <p14:tracePt t="15358" x="6078538" y="1314450"/>
          <p14:tracePt t="15366" x="6083300" y="1314450"/>
          <p14:tracePt t="15373" x="6088063" y="1314450"/>
          <p14:tracePt t="15381" x="6092825" y="1314450"/>
          <p14:tracePt t="15389" x="6099175" y="1314450"/>
          <p14:tracePt t="15397" x="6118225" y="1314450"/>
          <p14:tracePt t="15399" x="6134100" y="1314450"/>
          <p14:tracePt t="15403" x="6153150" y="1314450"/>
          <p14:tracePt t="15412" x="6178550" y="1323975"/>
          <p14:tracePt t="15420" x="6189663" y="1328738"/>
          <p14:tracePt t="15428" x="6215063" y="1339850"/>
          <p14:tracePt t="15436" x="6229350" y="1344613"/>
          <p14:tracePt t="15445" x="6238875" y="1358900"/>
          <p14:tracePt t="15453" x="6245225" y="1365250"/>
          <p14:tracePt t="15455" x="6254750" y="1370013"/>
          <p14:tracePt t="15465" x="6259513" y="1374775"/>
          <p14:tracePt t="15470" x="6264275" y="1379538"/>
          <p14:tracePt t="15480" x="6264275" y="1384300"/>
          <p14:tracePt t="15487" x="6269038" y="1384300"/>
          <p14:tracePt t="15495" x="6269038" y="1395413"/>
          <p14:tracePt t="15503" x="6275388" y="1395413"/>
          <p14:tracePt t="15511" x="6275388" y="1400175"/>
          <p14:tracePt t="15523" x="6275388" y="1404938"/>
          <p14:tracePt t="15531" x="6275388" y="1409700"/>
          <p14:tracePt t="15538" x="6275388" y="1414463"/>
          <p14:tracePt t="15546" x="6275388" y="1419225"/>
          <p14:tracePt t="15555" x="6275388" y="1425575"/>
          <p14:tracePt t="15561" x="6275388" y="1435100"/>
          <p14:tracePt t="15577" x="6275388" y="1455738"/>
          <p14:tracePt t="15584" x="6275388" y="1460500"/>
          <p14:tracePt t="15591" x="6275388" y="1470025"/>
          <p14:tracePt t="15598" x="6275388" y="1474788"/>
          <p14:tracePt t="15606" x="6275388" y="1481138"/>
          <p14:tracePt t="15613" x="6275388" y="1485900"/>
          <p14:tracePt t="15620" x="6280150" y="1490663"/>
          <p14:tracePt t="15629" x="6294438" y="1495425"/>
          <p14:tracePt t="15636" x="6310313" y="1504950"/>
          <p14:tracePt t="15646" x="6319838" y="1511300"/>
          <p14:tracePt t="15652" x="6345238" y="1520825"/>
          <p14:tracePt t="15662" x="6354763" y="1520825"/>
          <p14:tracePt t="15669" x="6380163" y="1525588"/>
          <p14:tracePt t="15679" x="6391275" y="1525588"/>
          <p14:tracePt t="15686" x="6405563" y="1525588"/>
          <p14:tracePt t="15689" x="6426200" y="1525588"/>
          <p14:tracePt t="15696" x="6440488" y="1525588"/>
          <p14:tracePt t="15705" x="6451600" y="1525588"/>
          <p14:tracePt t="15712" x="6477000" y="1525588"/>
          <p14:tracePt t="15719" x="6486525" y="1525588"/>
          <p14:tracePt t="15728" x="6511925" y="1516063"/>
          <p14:tracePt t="15736" x="6530975" y="1511300"/>
          <p14:tracePt t="15745" x="6561138" y="1500188"/>
          <p14:tracePt t="15753" x="6577013" y="1495425"/>
          <p14:tracePt t="15761" x="6597650" y="1485900"/>
          <p14:tracePt t="15763" x="6611938" y="1485900"/>
          <p14:tracePt t="15771" x="6621463" y="1481138"/>
          <p14:tracePt t="15773" x="6637338" y="1474788"/>
          <p14:tracePt t="15779" x="6642100" y="1474788"/>
          <p14:tracePt t="15786" x="6646863" y="1465263"/>
          <p14:tracePt t="15795" x="6657975" y="1465263"/>
          <p14:tracePt t="15803" x="6662738" y="1465263"/>
          <p14:tracePt t="15812" x="6672263" y="1460500"/>
          <p14:tracePt t="15820" x="6677025" y="1460500"/>
          <p14:tracePt t="15828" x="6688138" y="1455738"/>
          <p14:tracePt t="15830" x="6697663" y="1455738"/>
          <p14:tracePt t="15839" x="6702425" y="1449388"/>
          <p14:tracePt t="15846" x="6707188" y="1444625"/>
          <p14:tracePt t="15853" x="6713538" y="1439863"/>
          <p14:tracePt t="15861" x="6723063" y="1439863"/>
          <p14:tracePt t="15870" x="6723063" y="1435100"/>
          <p14:tracePt t="15879" x="6727825" y="1435100"/>
          <p14:tracePt t="15886" x="6732588" y="1425575"/>
          <p14:tracePt t="15895" x="6737350" y="1425575"/>
          <p14:tracePt t="15898" x="6743700" y="1425575"/>
          <p14:tracePt t="15906" x="6757988" y="1419225"/>
          <p14:tracePt t="15915" x="6762750" y="1419225"/>
          <p14:tracePt t="15922" x="6773863" y="1419225"/>
          <p14:tracePt t="15929" x="6788150" y="1419225"/>
          <p14:tracePt t="15936" x="6799263" y="1419225"/>
          <p14:tracePt t="15945" x="6823075" y="1425575"/>
          <p14:tracePt t="15953" x="6853238" y="1425575"/>
          <p14:tracePt t="15962" x="6878638" y="1430338"/>
          <p14:tracePt t="15970" x="6899275" y="1430338"/>
          <p14:tracePt t="15978" x="6919913" y="1430338"/>
          <p14:tracePt t="15987" x="6950075" y="1430338"/>
          <p14:tracePt t="15988" x="6980238" y="1430338"/>
          <p14:tracePt t="15997" x="7015163" y="1439863"/>
          <p14:tracePt t="16004" x="7035800" y="1439863"/>
          <p14:tracePt t="16011" x="7054850" y="1439863"/>
          <p14:tracePt t="16020" x="7070725" y="1439863"/>
          <p14:tracePt t="16028" x="7080250" y="1439863"/>
          <p14:tracePt t="16037" x="7085013" y="1439863"/>
          <p14:tracePt t="16045" x="7091363" y="1439863"/>
          <p14:tracePt t="16053" x="7100888" y="1439863"/>
          <p14:tracePt t="16086" x="7105650" y="1439863"/>
          <p14:tracePt t="16093" x="7110413" y="1439863"/>
          <p14:tracePt t="16101" x="7115175" y="1439863"/>
          <p14:tracePt t="16108" x="7126288" y="1439863"/>
          <p14:tracePt t="16116" x="7135813" y="1439863"/>
          <p14:tracePt t="16124" x="7145338" y="1439863"/>
          <p14:tracePt t="16132" x="7161213" y="1444625"/>
          <p14:tracePt t="16139" x="7186613" y="1449388"/>
          <p14:tracePt t="16148" x="7200900" y="1460500"/>
          <p14:tracePt t="16155" x="7212013" y="1460500"/>
          <p14:tracePt t="16162" x="7226300" y="1465263"/>
          <p14:tracePt t="16170" x="7242175" y="1470025"/>
          <p14:tracePt t="16178" x="7261225" y="1481138"/>
          <p14:tracePt t="16187" x="7277100" y="1481138"/>
          <p14:tracePt t="16195" x="7297738" y="1485900"/>
          <p14:tracePt t="16199" x="7312025" y="1485900"/>
          <p14:tracePt t="16206" x="7332663" y="1495425"/>
          <p14:tracePt t="16214" x="7362825" y="1495425"/>
          <p14:tracePt t="16221" x="7383463" y="1495425"/>
          <p14:tracePt t="16229" x="7407275" y="1495425"/>
          <p14:tracePt t="16236" x="7437438" y="1495425"/>
          <p14:tracePt t="16245" x="7467600" y="1495425"/>
          <p14:tracePt t="16253" x="7478713" y="1495425"/>
          <p14:tracePt t="16262" x="7497763" y="1495425"/>
          <p14:tracePt t="16271" x="7523163" y="1495425"/>
          <p14:tracePt t="16278" x="7534275" y="1495425"/>
          <p14:tracePt t="16281" x="7553325" y="1495425"/>
          <p14:tracePt t="16289" x="7578725" y="1495425"/>
          <p14:tracePt t="16296" x="7589838" y="1495425"/>
          <p14:tracePt t="16304" x="7613650" y="1490663"/>
          <p14:tracePt t="16311" x="7654925" y="1485900"/>
          <p14:tracePt t="16320" x="7685088" y="1474788"/>
          <p14:tracePt t="16328" x="7710488" y="1474788"/>
          <p14:tracePt t="16337" x="7740650" y="1470025"/>
          <p14:tracePt t="16344" x="7759700" y="1470025"/>
          <p14:tracePt t="16353" x="7785100" y="1460500"/>
          <p14:tracePt t="16361" x="7796213" y="1460500"/>
          <p14:tracePt t="16363" x="7815263" y="1460500"/>
          <p14:tracePt t="16372" x="7840663" y="1460500"/>
          <p14:tracePt t="16378" x="7861300" y="1460500"/>
          <p14:tracePt t="16386" x="7881938" y="1460500"/>
          <p14:tracePt t="16395" x="7896225" y="1460500"/>
          <p14:tracePt t="16403" x="7916863" y="1460500"/>
          <p14:tracePt t="16411" x="7935913" y="1465263"/>
          <p14:tracePt t="16420" x="7951788" y="1465263"/>
          <p14:tracePt t="16428" x="7966075" y="1465263"/>
          <p14:tracePt t="16436" x="7977188" y="1470025"/>
          <p14:tracePt t="16439" x="7991475" y="1470025"/>
          <p14:tracePt t="16446" x="7997825" y="1470025"/>
          <p14:tracePt t="16453" x="8002588" y="1470025"/>
          <p14:tracePt t="16461" x="8007350" y="1470025"/>
          <p14:tracePt t="16506" x="8007350" y="1474788"/>
          <p14:tracePt t="16513" x="8002588" y="1485900"/>
          <p14:tracePt t="16521" x="7972425" y="1490663"/>
          <p14:tracePt t="16528" x="7912100" y="1520825"/>
          <p14:tracePt t="16537" x="7840663" y="1541463"/>
          <p14:tracePt t="16543" x="7745413" y="1560513"/>
          <p14:tracePt t="16551" x="7620000" y="1585913"/>
          <p14:tracePt t="16559" x="7483475" y="1616075"/>
          <p14:tracePt t="16566" x="7332663" y="1657350"/>
          <p14:tracePt t="16573" x="7115175" y="1697038"/>
          <p14:tracePt t="16581" x="6904038" y="1736725"/>
          <p14:tracePt t="16589" x="6667500" y="1782763"/>
          <p14:tracePt t="16596" x="6435725" y="1812925"/>
          <p14:tracePt t="16604" x="6229350" y="1843088"/>
          <p14:tracePt t="16611" x="6027738" y="1852613"/>
          <p14:tracePt t="16620" x="5861050" y="1852613"/>
          <p14:tracePt t="16628" x="5715000" y="1847850"/>
          <p14:tracePt t="16636" x="5605463" y="1838325"/>
          <p14:tracePt t="16645" x="5508625" y="1817688"/>
          <p14:tracePt t="16653" x="5438775" y="1797050"/>
          <p14:tracePt t="16661" x="5392738" y="1778000"/>
          <p14:tracePt t="16670" x="5357813" y="1762125"/>
          <p14:tracePt t="16671" x="5338763" y="1752600"/>
          <p14:tracePt t="16679" x="5318125" y="1731963"/>
          <p14:tracePt t="16686" x="5318125" y="1727200"/>
          <p14:tracePt t="16696" x="5313363" y="1727200"/>
          <p14:tracePt t="16703" x="5313363" y="1722438"/>
          <p14:tracePt t="16712" x="5313363" y="1717675"/>
          <p14:tracePt t="16724" x="5313363" y="1711325"/>
          <p14:tracePt t="16739" x="5313363" y="1706563"/>
          <p14:tracePt t="16746" x="5318125" y="1701800"/>
          <p14:tracePt t="16753" x="5327650" y="1701800"/>
          <p14:tracePt t="16768" x="5332413" y="1697038"/>
          <p14:tracePt t="16776" x="5338763" y="1697038"/>
          <p14:tracePt t="16783" x="5343525" y="1687513"/>
          <p14:tracePt t="16791" x="5353050" y="1681163"/>
          <p14:tracePt t="16798" x="5378450" y="1676400"/>
          <p14:tracePt t="16806" x="5387975" y="1676400"/>
          <p14:tracePt t="16813" x="5424488" y="1666875"/>
          <p14:tracePt t="16821" x="5443538" y="1662113"/>
          <p14:tracePt t="16828" x="5464175" y="1662113"/>
          <p14:tracePt t="16837" x="5494338" y="1651000"/>
          <p14:tracePt t="16845" x="5524500" y="1651000"/>
          <p14:tracePt t="16852" x="5554663" y="1646238"/>
          <p14:tracePt t="16866" x="5600700" y="1636713"/>
          <p14:tracePt t="16868" x="5614988" y="1636713"/>
          <p14:tracePt t="16873" x="5624513" y="1631950"/>
          <p14:tracePt t="16881" x="5640388" y="1620838"/>
          <p14:tracePt t="16888" x="5654675" y="1620838"/>
          <p14:tracePt t="16896" x="5661025" y="1616075"/>
          <p14:tracePt t="16904" x="5665788" y="1616075"/>
          <p14:tracePt t="16912" x="5670550" y="1616075"/>
          <p14:tracePt t="16933" x="5675313" y="1611313"/>
          <p14:tracePt t="17190" x="5661025" y="1620838"/>
          <p14:tracePt t="17196" x="5630863" y="1646238"/>
          <p14:tracePt t="17204" x="5594350" y="1662113"/>
          <p14:tracePt t="17211" x="5570538" y="1697038"/>
          <p14:tracePt t="17219" x="5534025" y="1731963"/>
          <p14:tracePt t="17221" x="5484813" y="1771650"/>
          <p14:tracePt t="17226" x="5443538" y="1817688"/>
          <p14:tracePt t="17234" x="5403850" y="1882775"/>
          <p14:tracePt t="17241" x="5378450" y="1928813"/>
          <p14:tracePt t="17248" x="5348288" y="1989138"/>
          <p14:tracePt t="17256" x="5318125" y="2033588"/>
          <p14:tracePt t="17263" x="5302250" y="2070100"/>
          <p14:tracePt t="17272" x="5287963" y="2100263"/>
          <p14:tracePt t="17279" x="5278438" y="2125663"/>
          <p14:tracePt t="17286" x="5272088" y="2144713"/>
          <p14:tracePt t="17295" x="5262563" y="2160588"/>
          <p14:tracePt t="17304" x="5262563" y="2165350"/>
          <p14:tracePt t="17311" x="5262563" y="2170113"/>
          <p14:tracePt t="17324" x="5262563" y="2174875"/>
          <p14:tracePt t="17339" x="5272088" y="2174875"/>
          <p14:tracePt t="17346" x="5283200" y="2174875"/>
          <p14:tracePt t="17354" x="5313363" y="2174875"/>
          <p14:tracePt t="17361" x="5338763" y="2174875"/>
          <p14:tracePt t="17368" x="5368925" y="2174875"/>
          <p14:tracePt t="17376" x="5399088" y="2174875"/>
          <p14:tracePt t="17383" x="5418138" y="2165350"/>
          <p14:tracePt t="17390" x="5438775" y="2165350"/>
          <p14:tracePt t="17398" x="5454650" y="2160588"/>
          <p14:tracePt t="17406" x="5473700" y="2160588"/>
          <p14:tracePt t="17414" x="5478463" y="2155825"/>
          <p14:tracePt t="17422" x="5484813" y="2155825"/>
          <p14:tracePt t="17436" x="5489575" y="2155825"/>
          <p14:tracePt t="17466" x="5494338" y="2149475"/>
          <p14:tracePt t="17473" x="5499100" y="2139950"/>
          <p14:tracePt t="17481" x="5508625" y="2135188"/>
          <p14:tracePt t="17488" x="5514975" y="2130425"/>
          <p14:tracePt t="17496" x="5519738" y="2125663"/>
          <p14:tracePt t="17503" x="5529263" y="2119313"/>
          <p14:tracePt t="17511" x="5545138" y="2105025"/>
          <p14:tracePt t="17518" x="5559425" y="2093913"/>
          <p14:tracePt t="17526" x="5575300" y="2089150"/>
          <p14:tracePt t="17533" x="5584825" y="2084388"/>
          <p14:tracePt t="17541" x="5600700" y="2074863"/>
          <p14:tracePt t="17548" x="5614988" y="2063750"/>
          <p14:tracePt t="17556" x="5619750" y="2063750"/>
          <p14:tracePt t="17563" x="5624513" y="2054225"/>
          <p14:tracePt t="17571" x="5630863" y="2049463"/>
          <p14:tracePt t="17586" x="5640388" y="2049463"/>
          <p14:tracePt t="17593" x="5640388" y="2044700"/>
          <p14:tracePt t="17677" x="5630863" y="2044700"/>
          <p14:tracePt t="17683" x="5610225" y="2049463"/>
          <p14:tracePt t="17691" x="5580063" y="2054225"/>
          <p14:tracePt t="17699" x="5534025" y="2074863"/>
          <p14:tracePt t="17706" x="5489575" y="2089150"/>
          <p14:tracePt t="17714" x="5438775" y="2119313"/>
          <p14:tracePt t="17721" x="5378450" y="2149475"/>
          <p14:tracePt t="17729" x="5332413" y="2190750"/>
          <p14:tracePt t="17736" x="5272088" y="2216150"/>
          <p14:tracePt t="17745" x="5211763" y="2255838"/>
          <p14:tracePt t="17753" x="5162550" y="2295525"/>
          <p14:tracePt t="17761" x="5091113" y="2351088"/>
          <p14:tracePt t="17770" x="4965700" y="2441575"/>
          <p14:tracePt t="17778" x="4889500" y="2508250"/>
          <p14:tracePt t="17788" x="4829175" y="2568575"/>
          <p14:tracePt t="17789" x="4764088" y="2643188"/>
          <p14:tracePt t="17796" x="4703763" y="2703513"/>
          <p14:tracePt t="17804" x="4638675" y="2768600"/>
          <p14:tracePt t="17811" x="4578350" y="2830513"/>
          <p14:tracePt t="17820" x="4518025" y="2895600"/>
          <p14:tracePt t="17828" x="4462463" y="2955925"/>
          <p14:tracePt t="17836" x="4402138" y="3006725"/>
          <p14:tracePt t="17845" x="4351338" y="3055938"/>
          <p14:tracePt t="17853" x="4300538" y="3106738"/>
          <p14:tracePt t="17861" x="4256088" y="3157538"/>
          <p14:tracePt t="17863" x="4205288" y="3201988"/>
          <p14:tracePt t="17872" x="4154488" y="3252788"/>
          <p14:tracePt t="17879" x="4103688" y="3303588"/>
          <p14:tracePt t="17886" x="4059238" y="3343275"/>
          <p14:tracePt t="17896" x="4008438" y="3394075"/>
          <p14:tracePt t="17903" x="3957638" y="3429000"/>
          <p14:tracePt t="17912" x="3908425" y="3468688"/>
          <p14:tracePt t="17920" x="3862388" y="3509963"/>
          <p14:tracePt t="17929" x="3822700" y="3554413"/>
          <p14:tracePt t="17936" x="3776663" y="3595688"/>
          <p14:tracePt t="17939" x="3725863" y="3635375"/>
          <p14:tracePt t="17946" x="3676650" y="3686175"/>
          <p14:tracePt t="17948" x="3635375" y="3730625"/>
          <p14:tracePt t="17953" x="3590925" y="3771900"/>
          <p14:tracePt t="17962" x="3540125" y="3832225"/>
          <p14:tracePt t="17969" x="3500438" y="3867150"/>
          <p14:tracePt t="17978" x="3454400" y="3917950"/>
          <p14:tracePt t="17986" x="3403600" y="3957638"/>
          <p14:tracePt t="17995" x="3363913" y="4003675"/>
          <p14:tracePt t="18005" x="3319463" y="4043363"/>
          <p14:tracePt t="18007" x="3282950" y="4068763"/>
          <p14:tracePt t="18014" x="3243263" y="4108450"/>
          <p14:tracePt t="18021" x="3208338" y="4143375"/>
          <p14:tracePt t="18029" x="3173413" y="4179888"/>
          <p14:tracePt t="18037" x="3148013" y="4214813"/>
          <p14:tracePt t="18044" x="3122613" y="4249738"/>
          <p14:tracePt t="18053" x="3081338" y="4284663"/>
          <p14:tracePt t="18061" x="3057525" y="4319588"/>
          <p14:tracePt t="18070" x="3032125" y="4356100"/>
          <p14:tracePt t="18078" x="3001963" y="4400550"/>
          <p14:tracePt t="18087" x="2976563" y="4435475"/>
          <p14:tracePt t="18089" x="2935288" y="4486275"/>
          <p14:tracePt t="18097" x="2911475" y="4521200"/>
          <p14:tracePt t="18104" x="2886075" y="4567238"/>
          <p14:tracePt t="18111" x="2844800" y="4602163"/>
          <p14:tracePt t="18120" x="2819400" y="4637088"/>
          <p14:tracePt t="18128" x="2770188" y="4708525"/>
          <p14:tracePt t="18136" x="2728913" y="4757738"/>
          <p14:tracePt t="18146" x="2693988" y="4794250"/>
          <p14:tracePt t="18153" x="2663825" y="4838700"/>
          <p14:tracePt t="18161" x="2628900" y="4889500"/>
          <p14:tracePt t="18164" x="2589213" y="4924425"/>
          <p14:tracePt t="18171" x="2552700" y="4975225"/>
          <p14:tracePt t="18179" x="2513013" y="5024438"/>
          <p14:tracePt t="18186" x="2482850" y="5070475"/>
          <p14:tracePt t="18194" x="2447925" y="5105400"/>
          <p14:tracePt t="18203" x="2413000" y="5140325"/>
          <p14:tracePt t="18211" x="2387600" y="5176838"/>
          <p14:tracePt t="18220" x="2362200" y="5191125"/>
          <p14:tracePt t="18228" x="2346325" y="5216525"/>
          <p14:tracePt t="18236" x="2332038" y="5221288"/>
          <p14:tracePt t="18239" x="2320925" y="5237163"/>
          <p14:tracePt t="18247" x="2311400" y="5237163"/>
          <p14:tracePt t="18254" x="2306638" y="5241925"/>
          <p14:tracePt t="18321" x="2320925" y="5226050"/>
          <p14:tracePt t="18328" x="2357438" y="5200650"/>
          <p14:tracePt t="18336" x="2392363" y="5165725"/>
          <p14:tracePt t="18343" x="2466975" y="5116513"/>
          <p14:tracePt t="18352" x="2538413" y="5060950"/>
          <p14:tracePt t="18358" x="2624138" y="5010150"/>
          <p14:tracePt t="18366" x="2698750" y="4945063"/>
          <p14:tracePt t="18373" x="2789238" y="4878388"/>
          <p14:tracePt t="18381" x="2860675" y="4824413"/>
          <p14:tracePt t="18388" x="2935288" y="4764088"/>
          <p14:tracePt t="18397" x="3011488" y="4708525"/>
          <p14:tracePt t="18403" x="3087688" y="4641850"/>
          <p14:tracePt t="18412" x="3157538" y="4592638"/>
          <p14:tracePt t="18419" x="3233738" y="4525963"/>
          <p14:tracePt t="18429" x="3308350" y="4460875"/>
          <p14:tracePt t="18437" x="3398838" y="4395788"/>
          <p14:tracePt t="18444" x="3459163" y="4335463"/>
          <p14:tracePt t="18454" x="3519488" y="4270375"/>
          <p14:tracePt t="18462" x="3570288" y="4224338"/>
          <p14:tracePt t="18463" x="3635375" y="4159250"/>
          <p14:tracePt t="18471" x="3686175" y="4108450"/>
          <p14:tracePt t="18478" x="3736975" y="4048125"/>
          <p14:tracePt t="18487" x="3836988" y="3927475"/>
          <p14:tracePt t="18494" x="3892550" y="3851275"/>
          <p14:tracePt t="18503" x="3968750" y="3760788"/>
          <p14:tracePt t="18511" x="4048125" y="3660775"/>
          <p14:tracePt t="18521" x="4124325" y="3559175"/>
          <p14:tracePt t="18528" x="4214813" y="3459163"/>
          <p14:tracePt t="18537" x="4295775" y="3348038"/>
          <p14:tracePt t="18545" x="4386263" y="3248025"/>
          <p14:tracePt t="18545" x="4462463" y="3157538"/>
          <p14:tracePt t="18554" x="4527550" y="3081338"/>
          <p14:tracePt t="18561" x="4587875" y="3006725"/>
          <p14:tracePt t="18570" x="4638675" y="2960688"/>
          <p14:tracePt t="18580" x="4687888" y="2909888"/>
          <p14:tracePt t="18587" x="4713288" y="2874963"/>
          <p14:tracePt t="18595" x="4738688" y="2840038"/>
          <p14:tracePt t="18603" x="4764088" y="2814638"/>
          <p14:tracePt t="18611" x="4778375" y="2794000"/>
          <p14:tracePt t="18613" x="4803775" y="2768600"/>
          <p14:tracePt t="18621" x="4824413" y="2749550"/>
          <p14:tracePt t="18629" x="4849813" y="2724150"/>
          <p14:tracePt t="18636" x="4884738" y="2689225"/>
          <p14:tracePt t="18645" x="4919663" y="2647950"/>
          <p14:tracePt t="18653" x="4970463" y="2613025"/>
          <p14:tracePt t="18661" x="5005388" y="2578100"/>
          <p14:tracePt t="18670" x="5065713" y="2513013"/>
          <p14:tracePt t="18678" x="5091113" y="2497138"/>
          <p14:tracePt t="18686" x="5106988" y="2487613"/>
          <p14:tracePt t="18688" x="5121275" y="2471738"/>
          <p14:tracePt t="18696" x="5132388" y="2457450"/>
          <p14:tracePt t="18704" x="5146675" y="2446338"/>
          <p14:tracePt t="18711" x="5162550" y="2441575"/>
          <p14:tracePt t="18719" x="5172075" y="2441575"/>
          <p14:tracePt t="18728" x="5181600" y="2436813"/>
          <p14:tracePt t="18737" x="5186363" y="2432050"/>
          <p14:tracePt t="18744" x="5197475" y="2432050"/>
          <p14:tracePt t="18753" x="5202238" y="2432050"/>
          <p14:tracePt t="18756" x="5207000" y="2427288"/>
          <p14:tracePt t="18764" x="5216525" y="2427288"/>
          <p14:tracePt t="18771" x="5222875" y="2422525"/>
          <p14:tracePt t="18778" x="5227638" y="2422525"/>
          <p14:tracePt t="18793" x="5232400" y="2411413"/>
          <p14:tracePt t="18831" x="5237163" y="2411413"/>
          <p14:tracePt t="18838" x="5241925" y="2406650"/>
          <p14:tracePt t="18846" x="5257800" y="2397125"/>
          <p14:tracePt t="18853" x="5262563" y="2397125"/>
          <p14:tracePt t="18860" x="5267325" y="2381250"/>
          <p14:tracePt t="18868" x="5283200" y="2376488"/>
          <p14:tracePt t="18875" x="5287963" y="2362200"/>
          <p14:tracePt t="18883" x="5292725" y="2351088"/>
          <p14:tracePt t="18891" x="5308600" y="2341563"/>
          <p14:tracePt t="18898" x="5322888" y="2320925"/>
          <p14:tracePt t="18906" x="5338763" y="2306638"/>
          <p14:tracePt t="18914" x="5362575" y="2281238"/>
          <p14:tracePt t="18921" x="5383213" y="2260600"/>
          <p14:tracePt t="18929" x="5418138" y="2220913"/>
          <p14:tracePt t="18936" x="5443538" y="2200275"/>
          <p14:tracePt t="18945" x="5494338" y="2160588"/>
          <p14:tracePt t="18953" x="5529263" y="2135188"/>
          <p14:tracePt t="18962" x="5564188" y="2109788"/>
          <p14:tracePt t="18970" x="5610225" y="2079625"/>
          <p14:tracePt t="18979" x="5645150" y="2054225"/>
          <p14:tracePt t="18986" x="5680075" y="2019300"/>
          <p14:tracePt t="18989" x="5715000" y="1989138"/>
          <p14:tracePt t="18997" x="5765800" y="1954213"/>
          <p14:tracePt t="19004" x="5811838" y="1912938"/>
          <p14:tracePt t="19012" x="5872163" y="1863725"/>
          <p14:tracePt t="19020" x="5922963" y="1822450"/>
          <p14:tracePt t="19028" x="6043613" y="1741488"/>
          <p14:tracePt t="19037" x="6088063" y="1717675"/>
          <p14:tracePt t="19045" x="6138863" y="1687513"/>
          <p14:tracePt t="19054" x="6169025" y="1671638"/>
          <p14:tracePt t="19056" x="6203950" y="1641475"/>
          <p14:tracePt t="19064" x="6219825" y="1636713"/>
          <p14:tracePt t="19071" x="6234113" y="1631950"/>
          <p14:tracePt t="19079" x="6249988" y="1620838"/>
          <p14:tracePt t="19087" x="6254750" y="1620838"/>
          <p14:tracePt t="19095" x="6259513" y="1620838"/>
          <p14:tracePt t="19103" x="6264275" y="1620838"/>
          <p14:tracePt t="19111" x="6275388" y="1620838"/>
          <p14:tracePt t="19120" x="6284913" y="1620838"/>
          <p14:tracePt t="19128" x="6294438" y="1620838"/>
          <p14:tracePt t="19138" x="6310313" y="1620838"/>
          <p14:tracePt t="19139" x="6319838" y="1625600"/>
          <p14:tracePt t="19146" x="6335713" y="1631950"/>
          <p14:tracePt t="19153" x="6340475" y="1636713"/>
          <p14:tracePt t="19162" x="6354763" y="1636713"/>
          <p14:tracePt t="19169" x="6361113" y="1636713"/>
          <p14:tracePt t="19179" x="6365875" y="1641475"/>
          <p14:tracePt t="19186" x="6370638" y="1641475"/>
          <p14:tracePt t="19196" x="6375400" y="1651000"/>
          <p14:tracePt t="19198" x="6380163" y="1651000"/>
          <p14:tracePt t="19206" x="6396038" y="1651000"/>
          <p14:tracePt t="19214" x="6405563" y="1651000"/>
          <p14:tracePt t="19221" x="6410325" y="1651000"/>
          <p14:tracePt t="19229" x="6415088" y="1651000"/>
          <p14:tracePt t="19236" x="6430963" y="1651000"/>
          <p14:tracePt t="19245" x="6435725" y="1651000"/>
          <p14:tracePt t="19252" x="6440488" y="1646238"/>
          <p14:tracePt t="19262" x="6445250" y="1646238"/>
          <p14:tracePt t="19271" x="6451600" y="1641475"/>
          <p14:tracePt t="19281" x="6456363" y="1641475"/>
          <p14:tracePt t="19288" x="6456363" y="1636713"/>
          <p14:tracePt t="19296" x="6456363" y="1631950"/>
          <p14:tracePt t="19304" x="6461125" y="1631950"/>
          <p14:tracePt t="19311" x="6461125" y="1625600"/>
          <p14:tracePt t="19320" x="6461125" y="1611313"/>
          <p14:tracePt t="19328" x="6461125" y="1601788"/>
          <p14:tracePt t="19337" x="6461125" y="1585913"/>
          <p14:tracePt t="19344" x="6461125" y="1555750"/>
          <p14:tracePt t="19353" x="6461125" y="1535113"/>
          <p14:tracePt t="19357" x="6470650" y="1516063"/>
          <p14:tracePt t="19364" x="6477000" y="1485900"/>
          <p14:tracePt t="19371" x="6477000" y="1460500"/>
          <p14:tracePt t="19379" x="6486525" y="1439863"/>
          <p14:tracePt t="19386" x="6491288" y="1404938"/>
          <p14:tracePt t="19396" x="6500813" y="1389063"/>
          <p14:tracePt t="19403" x="6500813" y="1379538"/>
          <p14:tracePt t="19411" x="6507163" y="1370013"/>
          <p14:tracePt t="19420" x="6507163" y="1365250"/>
          <p14:tracePt t="19428" x="6507163" y="1358900"/>
          <p14:tracePt t="19453" x="6507163" y="1354138"/>
          <p14:tracePt t="19461" x="6496050" y="1349375"/>
          <p14:tracePt t="19468" x="6491288" y="1349375"/>
          <p14:tracePt t="19476" x="6486525" y="1344613"/>
          <p14:tracePt t="19483" x="6477000" y="1335088"/>
          <p14:tracePt t="19490" x="6461125" y="1335088"/>
          <p14:tracePt t="19498" x="6445250" y="1328738"/>
          <p14:tracePt t="19506" x="6415088" y="1323975"/>
          <p14:tracePt t="19514" x="6396038" y="1323975"/>
          <p14:tracePt t="19522" x="6375400" y="1323975"/>
          <p14:tracePt t="19528" x="6345238" y="1323975"/>
          <p14:tracePt t="19536" x="6315075" y="1323975"/>
          <p14:tracePt t="19545" x="6299200" y="1323975"/>
          <p14:tracePt t="19553" x="6280150" y="1323975"/>
          <p14:tracePt t="19562" x="6264275" y="1323975"/>
          <p14:tracePt t="19570" x="6249988" y="1335088"/>
          <p14:tracePt t="19578" x="6238875" y="1335088"/>
          <p14:tracePt t="19589" x="6234113" y="1335088"/>
          <p14:tracePt t="19590" x="6229350" y="1339850"/>
          <p14:tracePt t="19596" x="6224588" y="1339850"/>
          <p14:tracePt t="19604" x="6224588" y="1349375"/>
          <p14:tracePt t="19612" x="6219825" y="1349375"/>
          <p14:tracePt t="19620" x="6215063" y="1354138"/>
          <p14:tracePt t="19633" x="6215063" y="1358900"/>
          <p14:tracePt t="19640" x="6208713" y="1365250"/>
          <p14:tracePt t="19648" x="6199188" y="1379538"/>
          <p14:tracePt t="19656" x="6199188" y="1389063"/>
          <p14:tracePt t="19663" x="6194425" y="1404938"/>
          <p14:tracePt t="19671" x="6194425" y="1425575"/>
          <p14:tracePt t="19679" x="6194425" y="1444625"/>
          <p14:tracePt t="19686" x="6194425" y="1470025"/>
          <p14:tracePt t="19695" x="6194425" y="1490663"/>
          <p14:tracePt t="19703" x="6194425" y="1511300"/>
          <p14:tracePt t="19712" x="6203950" y="1525588"/>
          <p14:tracePt t="19720" x="6203950" y="1541463"/>
          <p14:tracePt t="19728" x="6203950" y="1550988"/>
          <p14:tracePt t="19737" x="6208713" y="1555750"/>
          <p14:tracePt t="19738" x="6208713" y="1560513"/>
          <p14:tracePt t="19747" x="6208713" y="1571625"/>
          <p14:tracePt t="19753" x="6208713" y="1576388"/>
          <p14:tracePt t="19762" x="6215063" y="1581150"/>
          <p14:tracePt t="19771" x="6215063" y="1585913"/>
          <p14:tracePt t="19783" x="6219825" y="1590675"/>
          <p14:tracePt t="19806" x="6224588" y="1595438"/>
          <p14:tracePt t="19820" x="6238875" y="1601788"/>
          <p14:tracePt t="19836" x="6249988" y="1601788"/>
          <p14:tracePt t="19843" x="6264275" y="1601788"/>
          <p14:tracePt t="19851" x="6280150" y="1611313"/>
          <p14:tracePt t="19858" x="6289675" y="1611313"/>
          <p14:tracePt t="19866" x="6315075" y="1611313"/>
          <p14:tracePt t="19873" x="6324600" y="1611313"/>
          <p14:tracePt t="19881" x="6340475" y="1611313"/>
          <p14:tracePt t="19889" x="6350000" y="1611313"/>
          <p14:tracePt t="19896" x="6365875" y="1611313"/>
          <p14:tracePt t="19904" x="6370638" y="1611313"/>
          <p14:tracePt t="19911" x="6375400" y="1611313"/>
          <p14:tracePt t="19920" x="6380163" y="1611313"/>
          <p14:tracePt t="19933" x="6384925" y="1611313"/>
          <p14:tracePt t="20001" x="6391275" y="1611313"/>
          <p14:tracePt t="20137" x="6391275" y="1606550"/>
          <p14:tracePt t="22319" x="6350000" y="1641475"/>
          <p14:tracePt t="22326" x="6275388" y="1681163"/>
          <p14:tracePt t="22333" x="6203950" y="1722438"/>
          <p14:tracePt t="22341" x="6118225" y="1778000"/>
          <p14:tracePt t="22348" x="6032500" y="1833563"/>
          <p14:tracePt t="22356" x="5922963" y="1873250"/>
          <p14:tracePt t="22363" x="5821363" y="1928813"/>
          <p14:tracePt t="22371" x="5695950" y="1989138"/>
          <p14:tracePt t="22379" x="5584825" y="2044700"/>
          <p14:tracePt t="22386" x="5459413" y="2100263"/>
          <p14:tracePt t="22395" x="5348288" y="2155825"/>
          <p14:tracePt t="22403" x="5237163" y="2200275"/>
          <p14:tracePt t="22411" x="5126038" y="2255838"/>
          <p14:tracePt t="22420" x="5026025" y="2311400"/>
          <p14:tracePt t="22428" x="4930775" y="2341563"/>
          <p14:tracePt t="22431" x="4845050" y="2386013"/>
          <p14:tracePt t="22438" x="4759325" y="2427288"/>
          <p14:tracePt t="22447" x="4683125" y="2457450"/>
          <p14:tracePt t="22453" x="4613275" y="2478088"/>
          <p14:tracePt t="22462" x="4532313" y="2513013"/>
          <p14:tracePt t="22470" x="4456113" y="2543175"/>
          <p14:tracePt t="22478" x="4330700" y="2573338"/>
          <p14:tracePt t="22486" x="4270375" y="2603500"/>
          <p14:tracePt t="22494" x="4214813" y="2608263"/>
          <p14:tracePt t="22503" x="4159250" y="2617788"/>
          <p14:tracePt t="22511" x="4098925" y="2638425"/>
          <p14:tracePt t="22513" x="4059238" y="2647950"/>
          <p14:tracePt t="22521" x="4024313" y="2654300"/>
          <p14:tracePt t="22529" x="3994150" y="2673350"/>
          <p14:tracePt t="22536" x="3973513" y="2673350"/>
          <p14:tracePt t="22545" x="3957638" y="2678113"/>
          <p14:tracePt t="22555" x="3943350" y="2678113"/>
          <p14:tracePt t="22561" x="3922713" y="2689225"/>
          <p14:tracePt t="22571" x="3908425" y="2689225"/>
          <p14:tracePt t="22573" x="3897313" y="2693988"/>
          <p14:tracePt t="22581" x="3871913" y="2693988"/>
          <p14:tracePt t="22589" x="3862388" y="2698750"/>
          <p14:tracePt t="22596" x="3836988" y="2708275"/>
          <p14:tracePt t="22604" x="3817938" y="2708275"/>
          <p14:tracePt t="22611" x="3797300" y="2714625"/>
          <p14:tracePt t="22620" x="3771900" y="2724150"/>
          <p14:tracePt t="22628" x="3751263" y="2728913"/>
          <p14:tracePt t="22636" x="3725863" y="2738438"/>
          <p14:tracePt t="22646" x="3706813" y="2744788"/>
          <p14:tracePt t="22653" x="3671888" y="2763838"/>
          <p14:tracePt t="22662" x="3665538" y="2774950"/>
          <p14:tracePt t="22670" x="3651250" y="2779713"/>
          <p14:tracePt t="22671" x="3646488" y="2784475"/>
          <p14:tracePt t="22679" x="3641725" y="2789238"/>
          <p14:tracePt t="22686" x="3635375" y="2789238"/>
          <p14:tracePt t="22695" x="3635375" y="2794000"/>
          <p14:tracePt t="22703" x="3630613" y="2794000"/>
          <p14:tracePt t="22711" x="3630613" y="2800350"/>
          <p14:tracePt t="22724" x="3630613" y="2809875"/>
          <p14:tracePt t="22731" x="3630613" y="2819400"/>
          <p14:tracePt t="22739" x="3646488" y="2835275"/>
          <p14:tracePt t="22746" x="3656013" y="2849563"/>
          <p14:tracePt t="22754" x="3690938" y="2874963"/>
          <p14:tracePt t="22761" x="3725863" y="2900363"/>
          <p14:tracePt t="22770" x="3776663" y="2940050"/>
          <p14:tracePt t="22778" x="3832225" y="2965450"/>
          <p14:tracePt t="22786" x="3883025" y="3016250"/>
          <p14:tracePt t="22795" x="3943350" y="3046413"/>
          <p14:tracePt t="22803" x="3994150" y="3097213"/>
          <p14:tracePt t="22811" x="4038600" y="3127375"/>
          <p14:tracePt t="22813" x="4064000" y="3162300"/>
          <p14:tracePt t="22821" x="4103688" y="3197225"/>
          <p14:tracePt t="22828" x="4140200" y="3232150"/>
          <p14:tracePt t="22836" x="4154488" y="3257550"/>
          <p14:tracePt t="22845" x="4159250" y="3262313"/>
          <p14:tracePt t="22853" x="4164013" y="3268663"/>
          <p14:tracePt t="22861" x="4175125" y="3273425"/>
          <p14:tracePt t="22874" x="4175125" y="3278188"/>
          <p14:tracePt t="22948" x="4179888" y="3278188"/>
          <p14:tracePt t="22963" x="4184650" y="3278188"/>
          <p14:tracePt t="22970" x="4189413" y="3273425"/>
          <p14:tracePt t="22978" x="4205288" y="3257550"/>
          <p14:tracePt t="22985" x="4210050" y="3252788"/>
          <p14:tracePt t="22993" x="4214813" y="3243263"/>
          <p14:tracePt t="23001" x="4219575" y="3227388"/>
          <p14:tracePt t="23008" x="4235450" y="3217863"/>
          <p14:tracePt t="23015" x="4235450" y="3213100"/>
          <p14:tracePt t="23031" x="4240213" y="3206750"/>
          <p14:tracePt t="23053" x="4240213" y="3197225"/>
          <p14:tracePt t="23121" x="4230688" y="3192463"/>
          <p14:tracePt t="23129" x="4219575" y="3192463"/>
          <p14:tracePt t="23136" x="4194175" y="3187700"/>
          <p14:tracePt t="23143" x="4164013" y="3176588"/>
          <p14:tracePt t="23158" x="4129088" y="3162300"/>
          <p14:tracePt t="23165" x="4098925" y="3152775"/>
          <p14:tracePt t="23172" x="4054475" y="3136900"/>
          <p14:tracePt t="23181" x="4024313" y="3116263"/>
          <p14:tracePt t="23182" x="3987800" y="3101975"/>
          <p14:tracePt t="23188" x="3968750" y="3086100"/>
          <p14:tracePt t="23197" x="3933825" y="3071813"/>
          <p14:tracePt t="23206" x="3897313" y="3030538"/>
          <p14:tracePt t="23213" x="3871913" y="3011488"/>
          <p14:tracePt t="23220" x="3867150" y="2995613"/>
          <p14:tracePt t="23231" x="3852863" y="2976563"/>
          <p14:tracePt t="23235" x="3852863" y="2960688"/>
          <p14:tracePt t="23263" x="3848100" y="2935288"/>
          <p14:tracePt t="23269" x="3848100" y="2925763"/>
          <p14:tracePt t="23273" x="3848100" y="2921000"/>
          <p14:tracePt t="23286" x="3852863" y="2914650"/>
          <p14:tracePt t="23291" x="3857625" y="2909888"/>
          <p14:tracePt t="23295" x="3862388" y="2895600"/>
          <p14:tracePt t="23303" x="3867150" y="2895600"/>
          <p14:tracePt t="23311" x="3878263" y="2890838"/>
          <p14:tracePt t="23321" x="3883025" y="2890838"/>
          <p14:tracePt t="23328" x="3892550" y="2890838"/>
          <p14:tracePt t="23338" x="3897313" y="2890838"/>
          <p14:tracePt t="23339" x="3913188" y="2890838"/>
          <p14:tracePt t="23346" x="3917950" y="2890838"/>
          <p14:tracePt t="23354" x="3927475" y="2895600"/>
          <p14:tracePt t="23362" x="3938588" y="2909888"/>
          <p14:tracePt t="23370" x="3943350" y="2909888"/>
          <p14:tracePt t="23378" x="3948113" y="2921000"/>
          <p14:tracePt t="23391" x="3948113" y="2930525"/>
          <p14:tracePt t="23414" x="3948113" y="2935288"/>
          <p14:tracePt t="23435" x="3948113" y="2940050"/>
          <p14:tracePt t="23533" x="3963988" y="2930525"/>
          <p14:tracePt t="23541" x="3983038" y="2925763"/>
          <p14:tracePt t="23548" x="4003675" y="2921000"/>
          <p14:tracePt t="23556" x="4017963" y="2909888"/>
          <p14:tracePt t="23564" x="4054475" y="2909888"/>
          <p14:tracePt t="23571" x="4059238" y="2909888"/>
          <p14:tracePt t="23579" x="4068763" y="2909888"/>
          <p14:tracePt t="23587" x="4079875" y="2914650"/>
          <p14:tracePt t="23601" x="4084638" y="2914650"/>
          <p14:tracePt t="23608" x="4084638" y="2925763"/>
          <p14:tracePt t="23624" x="4084638" y="2930525"/>
          <p14:tracePt t="23634" x="4084638" y="2935288"/>
          <p14:tracePt t="23639" x="4073525" y="2946400"/>
          <p14:tracePt t="23648" x="4064000" y="2960688"/>
          <p14:tracePt t="23654" x="4054475" y="2965450"/>
          <p14:tracePt t="23661" x="4043363" y="2976563"/>
          <p14:tracePt t="23670" x="4038600" y="2986088"/>
          <p14:tracePt t="23678" x="4024313" y="2995613"/>
          <p14:tracePt t="23692" x="4017963" y="2995613"/>
          <p14:tracePt t="23745" x="4029075" y="2986088"/>
          <p14:tracePt t="23750" x="4064000" y="2970213"/>
          <p14:tracePt t="23758" x="4110038" y="2940050"/>
          <p14:tracePt t="23765" x="4154488" y="2914650"/>
          <p14:tracePt t="23773" x="4214813" y="2895600"/>
          <p14:tracePt t="23781" x="4286250" y="2865438"/>
          <p14:tracePt t="23789" x="4356100" y="2844800"/>
          <p14:tracePt t="23796" x="4441825" y="2835275"/>
          <p14:tracePt t="23804" x="4511675" y="2814638"/>
          <p14:tracePt t="23811" x="4592638" y="2805113"/>
          <p14:tracePt t="23820" x="4662488" y="2784475"/>
          <p14:tracePt t="23828" x="4733925" y="2763838"/>
          <p14:tracePt t="23838" x="4803775" y="2744788"/>
          <p14:tracePt t="23845" x="4900613" y="2719388"/>
          <p14:tracePt t="23853" x="4986338" y="2678113"/>
          <p14:tracePt t="23856" x="5086350" y="2643188"/>
          <p14:tracePt t="23864" x="5181600" y="2578100"/>
          <p14:tracePt t="23872" x="5283200" y="2522538"/>
          <p14:tracePt t="23879" x="5383213" y="2457450"/>
          <p14:tracePt t="23886" x="5499100" y="2366963"/>
          <p14:tracePt t="23895" x="5600700" y="2295525"/>
          <p14:tracePt t="23903" x="5684838" y="2209800"/>
          <p14:tracePt t="23911" x="5776913" y="2144713"/>
          <p14:tracePt t="23920" x="5911850" y="2003425"/>
          <p14:tracePt t="23929" x="5962650" y="1954213"/>
          <p14:tracePt t="23931" x="6002338" y="1908175"/>
          <p14:tracePt t="23939" x="6038850" y="1873250"/>
          <p14:tracePt t="23947" x="6062663" y="1838325"/>
          <p14:tracePt t="23953" x="6078538" y="1812925"/>
          <p14:tracePt t="23963" x="6092825" y="1797050"/>
          <p14:tracePt t="23970" x="6099175" y="1792288"/>
          <p14:tracePt t="23978" x="6103938" y="1787525"/>
          <p14:tracePt t="23987" x="6108700" y="1782763"/>
          <p14:tracePt t="23995" x="6108700" y="1778000"/>
          <p14:tracePt t="24003" x="6118225" y="1778000"/>
          <p14:tracePt t="24014" x="6118225" y="1771650"/>
          <p14:tracePt t="24074" x="6122988" y="1771650"/>
          <p14:tracePt t="24081" x="6129338" y="1771650"/>
          <p14:tracePt t="24088" x="6134100" y="1762125"/>
          <p14:tracePt t="24096" x="6138863" y="1762125"/>
          <p14:tracePt t="24098" x="6153150" y="1757363"/>
          <p14:tracePt t="24103" x="6164263" y="1752600"/>
          <p14:tracePt t="24111" x="6173788" y="1747838"/>
          <p14:tracePt t="24120" x="6184900" y="1731963"/>
          <p14:tracePt t="24128" x="6208713" y="1727200"/>
          <p14:tracePt t="24136" x="6229350" y="1701800"/>
          <p14:tracePt t="24146" x="6254750" y="1687513"/>
          <p14:tracePt t="24153" x="6275388" y="1671638"/>
          <p14:tracePt t="24162" x="6299200" y="1657350"/>
          <p14:tracePt t="24164" x="6305550" y="1636713"/>
          <p14:tracePt t="24171" x="6330950" y="1620838"/>
          <p14:tracePt t="24179" x="6335713" y="1606550"/>
          <p14:tracePt t="24187" x="6350000" y="1601788"/>
          <p14:tracePt t="24195" x="6350000" y="1590675"/>
          <p14:tracePt t="24203" x="6354763" y="1585913"/>
          <p14:tracePt t="24211" x="6354763" y="1581150"/>
          <p14:tracePt t="24253" x="6335713" y="1581150"/>
          <p14:tracePt t="24261" x="6299200" y="1606550"/>
          <p14:tracePt t="24268" x="6229350" y="1651000"/>
          <p14:tracePt t="24276" x="5992813" y="1803400"/>
          <p14:tracePt t="24283" x="5795963" y="1954213"/>
          <p14:tracePt t="24291" x="5594350" y="2125663"/>
          <p14:tracePt t="24298" x="5362575" y="2320925"/>
          <p14:tracePt t="24306" x="5106988" y="2547938"/>
          <p14:tracePt t="24314" x="4849813" y="2768600"/>
          <p14:tracePt t="24322" x="4592638" y="2990850"/>
          <p14:tracePt t="24328" x="4330700" y="3236913"/>
          <p14:tracePt t="24336" x="4079875" y="3419475"/>
          <p14:tracePt t="24345" x="3852863" y="3600450"/>
          <p14:tracePt t="24353" x="3681413" y="3741738"/>
          <p14:tracePt t="24361" x="3530600" y="3862388"/>
          <p14:tracePt t="24370" x="3429000" y="3943350"/>
          <p14:tracePt t="24378" x="3343275" y="3997325"/>
          <p14:tracePt t="24382" x="3282950" y="4048125"/>
          <p14:tracePt t="24388" x="3257550" y="4068763"/>
          <p14:tracePt t="24396" x="3238500" y="4078288"/>
          <p14:tracePt t="24404" x="3222625" y="4094163"/>
          <p14:tracePt t="24411" x="3217863" y="4094163"/>
          <p14:tracePt t="24441" x="3227388" y="4078288"/>
          <p14:tracePt t="24448" x="3243263" y="4052888"/>
          <p14:tracePt t="24457" x="3282950" y="3967163"/>
          <p14:tracePt t="24463" x="3313113" y="3906838"/>
          <p14:tracePt t="24472" x="3354388" y="3846513"/>
          <p14:tracePt t="24479" x="3384550" y="3786188"/>
          <p14:tracePt t="24487" x="3424238" y="3725863"/>
          <p14:tracePt t="24494" x="3479800" y="3651250"/>
          <p14:tracePt t="24503" x="3530600" y="3589338"/>
          <p14:tracePt t="24511" x="3579813" y="3514725"/>
          <p14:tracePt t="24520" x="3646488" y="3454400"/>
          <p14:tracePt t="24528" x="3721100" y="3378200"/>
          <p14:tracePt t="24537" x="3787775" y="3303588"/>
          <p14:tracePt t="24540" x="3862388" y="3227388"/>
          <p14:tracePt t="24546" x="3922713" y="3152775"/>
          <p14:tracePt t="24554" x="3987800" y="3090863"/>
          <p14:tracePt t="24561" x="4064000" y="3025775"/>
          <p14:tracePt t="24570" x="4114800" y="2976563"/>
          <p14:tracePt t="24578" x="4175125" y="2935288"/>
          <p14:tracePt t="24588" x="4230688" y="2905125"/>
          <p14:tracePt t="24595" x="4291013" y="2865438"/>
          <p14:tracePt t="24603" x="4351338" y="2844800"/>
          <p14:tracePt t="24611" x="4395788" y="2830513"/>
          <p14:tracePt t="24613" x="4441825" y="2809875"/>
          <p14:tracePt t="24621" x="4476750" y="2794000"/>
          <p14:tracePt t="24628" x="4506913" y="2774950"/>
          <p14:tracePt t="24636" x="4552950" y="2754313"/>
          <p14:tracePt t="24647" x="4567238" y="2749550"/>
          <p14:tracePt t="24653" x="4572000" y="2749550"/>
          <p14:tracePt t="24662" x="4578350" y="2749550"/>
          <p14:tracePt t="24670" x="4583113" y="2738438"/>
          <p14:tracePt t="24720" x="4587875" y="2733675"/>
          <p14:tracePt t="24734" x="4602163" y="2733675"/>
          <p14:tracePt t="24741" x="4608513" y="2733675"/>
          <p14:tracePt t="24749" x="4613275" y="2733675"/>
          <p14:tracePt t="24756" x="4627563" y="2733675"/>
          <p14:tracePt t="24764" x="4638675" y="2728913"/>
          <p14:tracePt t="24771" x="4652963" y="2724150"/>
          <p14:tracePt t="24779" x="4683125" y="2714625"/>
          <p14:tracePt t="24787" x="4713288" y="2703513"/>
          <p14:tracePt t="24795" x="4748213" y="2689225"/>
          <p14:tracePt t="24804" x="4794250" y="2663825"/>
          <p14:tracePt t="24811" x="4845050" y="2633663"/>
          <p14:tracePt t="24820" x="4864100" y="2617788"/>
          <p14:tracePt t="24828" x="4910138" y="2598738"/>
          <p14:tracePt t="24837" x="4914900" y="2587625"/>
          <p14:tracePt t="24838" x="4919663" y="2582863"/>
          <p14:tracePt t="24846" x="4924425" y="2578100"/>
          <p14:tracePt t="24876" x="4924425" y="2573338"/>
          <p14:tracePt t="24883" x="4924425" y="2568575"/>
          <p14:tracePt t="24905" x="4924425" y="2562225"/>
          <p14:tracePt t="24913" x="4924425" y="2557463"/>
          <p14:tracePt t="24928" x="4919663" y="2547938"/>
          <p14:tracePt t="24936" x="4910138" y="2547938"/>
          <p14:tracePt t="24943" x="4905375" y="2543175"/>
          <p14:tracePt t="24951" x="4894263" y="2538413"/>
          <p14:tracePt t="24958" x="4884738" y="2532063"/>
          <p14:tracePt t="24966" x="4879975" y="2532063"/>
          <p14:tracePt t="24974" x="4875213" y="2532063"/>
          <p14:tracePt t="24981" x="4870450" y="2527300"/>
          <p14:tracePt t="24989" x="4859338" y="2527300"/>
          <p14:tracePt t="25011" x="4859338" y="2522538"/>
          <p14:tracePt t="25041" x="4859338" y="2513013"/>
          <p14:tracePt t="25048" x="4864100" y="2508250"/>
          <p14:tracePt t="25056" x="4870450" y="2501900"/>
          <p14:tracePt t="25063" x="4875213" y="2501900"/>
          <p14:tracePt t="25071" x="4884738" y="2497138"/>
          <p14:tracePt t="25078" x="4889500" y="2497138"/>
          <p14:tracePt t="25086" x="4900613" y="2497138"/>
          <p14:tracePt t="25093" x="4905375" y="2497138"/>
          <p14:tracePt t="25116" x="4910138" y="2497138"/>
          <p14:tracePt t="25176" x="4910138" y="2501900"/>
          <p14:tracePt t="25492" x="4914900" y="2501900"/>
          <p14:tracePt t="25499" x="4919663" y="2501900"/>
          <p14:tracePt t="25507" x="4935538" y="2501900"/>
          <p14:tracePt t="25514" x="4940300" y="2497138"/>
          <p14:tracePt t="25521" x="4949825" y="2492375"/>
          <p14:tracePt t="25529" x="4954588" y="2487613"/>
          <p14:tracePt t="25537" x="4970463" y="2478088"/>
          <p14:tracePt t="25545" x="4991100" y="2471738"/>
          <p14:tracePt t="25553" x="5035550" y="2441575"/>
          <p14:tracePt t="25561" x="5051425" y="2427288"/>
          <p14:tracePt t="25570" x="5076825" y="2411413"/>
          <p14:tracePt t="25578" x="5086350" y="2406650"/>
          <p14:tracePt t="25587" x="5095875" y="2392363"/>
          <p14:tracePt t="25590" x="5100638" y="2386013"/>
          <p14:tracePt t="25596" x="5106988" y="2386013"/>
          <p14:tracePt t="25604" x="5106988" y="2381250"/>
          <p14:tracePt t="25687" x="5095875" y="2381250"/>
          <p14:tracePt t="25693" x="5091113" y="2386013"/>
          <p14:tracePt t="25701" x="5081588" y="2392363"/>
          <p14:tracePt t="25708" x="5076825" y="2397125"/>
          <p14:tracePt t="25716" x="5060950" y="2406650"/>
          <p14:tracePt t="25724" x="5056188" y="2411413"/>
          <p14:tracePt t="25732" x="5046663" y="2416175"/>
          <p14:tracePt t="25739" x="5040313" y="2422525"/>
          <p14:tracePt t="25761" x="5030788" y="2422525"/>
          <p14:tracePt t="25776" x="5030788" y="2427288"/>
          <p14:tracePt t="26474" x="5132388" y="2346325"/>
          <p14:tracePt t="26481" x="5287963" y="2190750"/>
          <p14:tracePt t="26489" x="5443538" y="2033588"/>
          <p14:tracePt t="26496" x="5575300" y="1908175"/>
          <p14:tracePt t="26504" x="5684838" y="1782763"/>
          <p14:tracePt t="26511" x="5776913" y="1681163"/>
          <p14:tracePt t="26520" x="5861050" y="1590675"/>
          <p14:tracePt t="26528" x="5937250" y="1516063"/>
          <p14:tracePt t="26537" x="6013450" y="1455738"/>
          <p14:tracePt t="26545" x="6078538" y="1389063"/>
          <p14:tracePt t="26553" x="6138863" y="1349375"/>
          <p14:tracePt t="26561" x="6199188" y="1309688"/>
          <p14:tracePt t="26564" x="6269038" y="1268413"/>
          <p14:tracePt t="26572" x="6354763" y="1233488"/>
          <p14:tracePt t="26579" x="6426200" y="1212850"/>
          <p14:tracePt t="26586" x="6496050" y="1182688"/>
          <p14:tracePt t="26594" x="6546850" y="1168400"/>
          <p14:tracePt t="26603" x="6586538" y="1158875"/>
          <p14:tracePt t="26611" x="6621463" y="1143000"/>
          <p14:tracePt t="26620" x="6637338" y="1143000"/>
          <p14:tracePt t="26631" x="6642100" y="1143000"/>
          <p14:tracePt t="26661" x="6621463" y="1143000"/>
          <p14:tracePt t="26668" x="6581775" y="1163638"/>
          <p14:tracePt t="26676" x="6521450" y="1182688"/>
          <p14:tracePt t="26683" x="6435725" y="1212850"/>
          <p14:tracePt t="26691" x="6340475" y="1258888"/>
          <p14:tracePt t="26698" x="6215063" y="1303338"/>
          <p14:tracePt t="26706" x="6092825" y="1349375"/>
          <p14:tracePt t="26713" x="5953125" y="1395413"/>
          <p14:tracePt t="26722" x="5826125" y="1449388"/>
          <p14:tracePt t="26729" x="5715000" y="1504950"/>
          <p14:tracePt t="26736" x="5605463" y="1550988"/>
          <p14:tracePt t="26744" x="5529263" y="1590675"/>
          <p14:tracePt t="26753" x="5459413" y="1620838"/>
          <p14:tracePt t="26761" x="5424488" y="1641475"/>
          <p14:tracePt t="26771" x="5403850" y="1657350"/>
          <p14:tracePt t="26778" x="5387975" y="1662113"/>
          <p14:tracePt t="26786" x="5378450" y="1662113"/>
          <p14:tracePt t="26795" x="5378450" y="1666875"/>
          <p14:tracePt t="26818" x="5399088" y="1666875"/>
          <p14:tracePt t="26826" x="5418138" y="1666875"/>
          <p14:tracePt t="26834" x="5448300" y="1657350"/>
          <p14:tracePt t="26840" x="5494338" y="1646238"/>
          <p14:tracePt t="26849" x="5538788" y="1631950"/>
          <p14:tracePt t="26856" x="5594350" y="1620838"/>
          <p14:tracePt t="26864" x="5649913" y="1611313"/>
          <p14:tracePt t="26871" x="5721350" y="1590675"/>
          <p14:tracePt t="26879" x="5781675" y="1581150"/>
          <p14:tracePt t="26886" x="5837238" y="1571625"/>
          <p14:tracePt t="26896" x="5892800" y="1550988"/>
          <p14:tracePt t="26903" x="5937250" y="1550988"/>
          <p14:tracePt t="26911" x="5992813" y="1546225"/>
          <p14:tracePt t="26919" x="6057900" y="1546225"/>
          <p14:tracePt t="26928" x="6129338" y="1535113"/>
          <p14:tracePt t="26936" x="6194425" y="1535113"/>
          <p14:tracePt t="26938" x="6264275" y="1535113"/>
          <p14:tracePt t="26946" x="6345238" y="1541463"/>
          <p14:tracePt t="26954" x="6415088" y="1550988"/>
          <p14:tracePt t="26961" x="6470650" y="1550988"/>
          <p14:tracePt t="26969" x="6556375" y="1555750"/>
          <p14:tracePt t="26978" x="6577013" y="1555750"/>
          <p14:tracePt t="26987" x="6591300" y="1555750"/>
          <p14:tracePt t="26995" x="6602413" y="1565275"/>
          <p14:tracePt t="27003" x="6616700" y="1565275"/>
          <p14:tracePt t="27012" x="6621463" y="1565275"/>
          <p14:tracePt t="27021" x="6627813" y="1565275"/>
          <p14:tracePt t="27029" x="6632575" y="1565275"/>
          <p14:tracePt t="27036" x="6642100" y="1565275"/>
          <p14:tracePt t="27045" x="6646863" y="1565275"/>
          <p14:tracePt t="27053" x="6653213" y="1565275"/>
          <p14:tracePt t="27061" x="6662738" y="1565275"/>
          <p14:tracePt t="27070" x="6667500" y="1565275"/>
          <p14:tracePt t="27078" x="6677025" y="1565275"/>
          <p14:tracePt t="27082" x="6688138" y="1565275"/>
          <p14:tracePt t="27089" x="6692900" y="1571625"/>
          <p14:tracePt t="27097" x="6707188" y="1571625"/>
          <p14:tracePt t="27103" x="6718300" y="1571625"/>
          <p14:tracePt t="27111" x="6732588" y="1571625"/>
          <p14:tracePt t="27119" x="6753225" y="1571625"/>
          <p14:tracePt t="27128" x="6773863" y="1571625"/>
          <p14:tracePt t="27136" x="6792913" y="1571625"/>
          <p14:tracePt t="27145" x="6823075" y="1571625"/>
          <p14:tracePt t="27153" x="6869113" y="1576388"/>
          <p14:tracePt t="27162" x="6899275" y="1576388"/>
          <p14:tracePt t="27164" x="6929438" y="1585913"/>
          <p14:tracePt t="27166" x="6950075" y="1585913"/>
          <p14:tracePt t="27171" x="6969125" y="1590675"/>
          <p14:tracePt t="27179" x="6999288" y="1590675"/>
          <p14:tracePt t="27187" x="7015163" y="1590675"/>
          <p14:tracePt t="27195" x="7035800" y="1590675"/>
          <p14:tracePt t="27203" x="7050088" y="1590675"/>
          <p14:tracePt t="27212" x="7070725" y="1601788"/>
          <p14:tracePt t="27220" x="7085013" y="1601788"/>
          <p14:tracePt t="27228" x="7105650" y="1601788"/>
          <p14:tracePt t="27231" x="7126288" y="1601788"/>
          <p14:tracePt t="27239" x="7151688" y="1601788"/>
          <p14:tracePt t="27247" x="7161213" y="1601788"/>
          <p14:tracePt t="27254" x="7186613" y="1595438"/>
          <p14:tracePt t="27262" x="7196138" y="1595438"/>
          <p14:tracePt t="27271" x="7212013" y="1595438"/>
          <p14:tracePt t="27278" x="7221538" y="1595438"/>
          <p14:tracePt t="27287" x="7237413" y="1595438"/>
          <p14:tracePt t="27294" x="7242175" y="1595438"/>
          <p14:tracePt t="27303" x="7251700" y="1595438"/>
          <p14:tracePt t="27305" x="7256463" y="1595438"/>
          <p14:tracePt t="27314" x="7272338" y="1595438"/>
          <p14:tracePt t="27322" x="7277100" y="1595438"/>
          <p14:tracePt t="27329" x="7291388" y="1590675"/>
          <p14:tracePt t="27337" x="7302500" y="1590675"/>
          <p14:tracePt t="27345" x="7312025" y="1590675"/>
          <p14:tracePt t="27353" x="7316788" y="1585913"/>
          <p14:tracePt t="27361" x="7327900" y="1585913"/>
          <p14:tracePt t="27370" x="7332663" y="1585913"/>
          <p14:tracePt t="27379" x="7337425" y="1585913"/>
          <p14:tracePt t="27388" x="7342188" y="1585913"/>
          <p14:tracePt t="27426" x="7342188" y="1581150"/>
          <p14:tracePt t="28274" x="7337425" y="1581150"/>
          <p14:tracePt t="28311" x="7332663" y="1576388"/>
          <p14:tracePt t="28394" x="7321550" y="1576388"/>
          <p14:tracePt t="28463" x="7321550" y="1565275"/>
          <p14:tracePt t="28476" x="7316788" y="1565275"/>
          <p14:tracePt t="28732" x="7312025" y="1565275"/>
          <p14:tracePt t="29355" x="7307263" y="1565275"/>
          <p14:tracePt t="29407" x="7302500" y="1565275"/>
          <p14:tracePt t="29444" x="7297738" y="1565275"/>
          <p14:tracePt t="29451" x="7297738" y="1571625"/>
          <p14:tracePt t="29466" x="7291388" y="1571625"/>
          <p14:tracePt t="29481" x="7281863" y="1576388"/>
          <p14:tracePt t="29496" x="7277100" y="1576388"/>
          <p14:tracePt t="29512" x="7272338" y="1576388"/>
          <p14:tracePt t="29533" x="7267575" y="1576388"/>
          <p14:tracePt t="29828" x="7261225" y="1576388"/>
          <p14:tracePt t="29841" x="7261225" y="1581150"/>
          <p14:tracePt t="29849" x="7246938" y="1581150"/>
          <p14:tracePt t="29856" x="7246938" y="1585913"/>
          <p14:tracePt t="29864" x="7242175" y="1585913"/>
          <p14:tracePt t="29871" x="7237413" y="1585913"/>
          <p14:tracePt t="29879" x="7231063" y="1590675"/>
          <p14:tracePt t="29886" x="7226300" y="1590675"/>
          <p14:tracePt t="29895" x="7221538" y="1590675"/>
          <p14:tracePt t="29938" x="7216775" y="1595438"/>
          <p14:tracePt t="30413" x="7205663" y="1595438"/>
          <p14:tracePt t="30435" x="7200900" y="1595438"/>
          <p14:tracePt t="30449" x="7196138" y="1595438"/>
          <p14:tracePt t="30464" x="7191375" y="1595438"/>
          <p14:tracePt t="30479" x="7186613" y="1595438"/>
          <p14:tracePt t="30486" x="7186613" y="1601788"/>
          <p14:tracePt t="30501" x="7181850" y="1601788"/>
          <p14:tracePt t="30508" x="7175500" y="1601788"/>
          <p14:tracePt t="30516" x="7170738" y="1601788"/>
          <p14:tracePt t="30524" x="7156450" y="1611313"/>
          <p14:tracePt t="30531" x="7151688" y="1616075"/>
          <p14:tracePt t="30539" x="7131050" y="1620838"/>
          <p14:tracePt t="30546" x="7126288" y="1620838"/>
          <p14:tracePt t="30555" x="7110413" y="1625600"/>
          <p14:tracePt t="30561" x="7100888" y="1636713"/>
          <p14:tracePt t="30570" x="7085013" y="1636713"/>
          <p14:tracePt t="30578" x="7080250" y="1641475"/>
          <p14:tracePt t="30587" x="7075488" y="1641475"/>
          <p14:tracePt t="30595" x="7070725" y="1641475"/>
          <p14:tracePt t="30603" x="7059613" y="1641475"/>
          <p14:tracePt t="30611" x="7054850" y="1646238"/>
          <p14:tracePt t="30629" x="7050088" y="1646238"/>
          <p14:tracePt t="30636" x="7045325" y="1646238"/>
          <p14:tracePt t="30643" x="7040563" y="1651000"/>
          <p14:tracePt t="30651" x="7029450" y="1651000"/>
          <p14:tracePt t="30658" x="7015163" y="1662113"/>
          <p14:tracePt t="30666" x="7010400" y="1662113"/>
          <p14:tracePt t="30673" x="6994525" y="1666875"/>
          <p14:tracePt t="30681" x="6985000" y="1666875"/>
          <p14:tracePt t="30688" x="6969125" y="1671638"/>
          <p14:tracePt t="30697" x="6964363" y="1671638"/>
          <p14:tracePt t="30704" x="6950075" y="1676400"/>
          <p14:tracePt t="30712" x="6945313" y="1676400"/>
          <p14:tracePt t="30720" x="6934200" y="1687513"/>
          <p14:tracePt t="30728" x="6919913" y="1692275"/>
          <p14:tracePt t="30736" x="6904038" y="1697038"/>
          <p14:tracePt t="30745" x="6883400" y="1706563"/>
          <p14:tracePt t="30753" x="6848475" y="1722438"/>
          <p14:tracePt t="30761" x="6829425" y="1736725"/>
          <p14:tracePt t="30763" x="6792913" y="1762125"/>
          <p14:tracePt t="30771" x="6762750" y="1778000"/>
          <p14:tracePt t="30779" x="6692900" y="1833563"/>
          <p14:tracePt t="30787" x="6657975" y="1847850"/>
          <p14:tracePt t="30795" x="6621463" y="1873250"/>
          <p14:tracePt t="30803" x="6602413" y="1882775"/>
          <p14:tracePt t="30811" x="6577013" y="1898650"/>
          <p14:tracePt t="30820" x="6556375" y="1912938"/>
          <p14:tracePt t="30828" x="6530975" y="1928813"/>
          <p14:tracePt t="30836" x="6511925" y="1943100"/>
          <p14:tracePt t="30838" x="6486525" y="1947863"/>
          <p14:tracePt t="30846" x="6456363" y="1958975"/>
          <p14:tracePt t="30853" x="6435725" y="1973263"/>
          <p14:tracePt t="30862" x="6400800" y="1989138"/>
          <p14:tracePt t="30869" x="6380163" y="2003425"/>
          <p14:tracePt t="30878" x="6350000" y="2019300"/>
          <p14:tracePt t="30887" x="6315075" y="2033588"/>
          <p14:tracePt t="30895" x="6294438" y="2044700"/>
          <p14:tracePt t="30903" x="6259513" y="2058988"/>
          <p14:tracePt t="30914" x="6229350" y="2074863"/>
          <p14:tracePt t="30915" x="6203950" y="2084388"/>
          <p14:tracePt t="30921" x="6164263" y="2100263"/>
          <p14:tracePt t="30930" x="6118225" y="2119313"/>
          <p14:tracePt t="30936" x="6057900" y="2139950"/>
          <p14:tracePt t="30945" x="5997575" y="2165350"/>
          <p14:tracePt t="30953" x="5942013" y="2195513"/>
          <p14:tracePt t="30961" x="5881688" y="2225675"/>
          <p14:tracePt t="30970" x="5721350" y="2311400"/>
          <p14:tracePt t="30978" x="5635625" y="2355850"/>
          <p14:tracePt t="30986" x="5549900" y="2406650"/>
          <p14:tracePt t="30995" x="5478463" y="2452688"/>
          <p14:tracePt t="30996" x="5392738" y="2492375"/>
          <p14:tracePt t="31004" x="5302250" y="2547938"/>
          <p14:tracePt t="31011" x="5216525" y="2587625"/>
          <p14:tracePt t="31020" x="5132388" y="2633663"/>
          <p14:tracePt t="31028" x="5035550" y="2673350"/>
          <p14:tracePt t="31036" x="4935538" y="2719388"/>
          <p14:tracePt t="31045" x="4840288" y="2754313"/>
          <p14:tracePt t="31053" x="4743450" y="2784475"/>
          <p14:tracePt t="31061" x="4657725" y="2814638"/>
          <p14:tracePt t="31070" x="4572000" y="2849563"/>
          <p14:tracePt t="31072" x="4486275" y="2879725"/>
          <p14:tracePt t="31079" x="4416425" y="2900363"/>
          <p14:tracePt t="31086" x="4346575" y="2921000"/>
          <p14:tracePt t="31094" x="4275138" y="2940050"/>
          <p14:tracePt t="31103" x="4219575" y="2951163"/>
          <p14:tracePt t="31111" x="4164013" y="2960688"/>
          <p14:tracePt t="31120" x="4119563" y="2976563"/>
          <p14:tracePt t="31129" x="4064000" y="2986088"/>
          <p14:tracePt t="31132" x="4003675" y="2995613"/>
          <p14:tracePt t="31139" x="3892550" y="3025775"/>
          <p14:tracePt t="31154" x="3802063" y="3041650"/>
          <p14:tracePt t="31162" x="3746500" y="3051175"/>
          <p14:tracePt t="31168" x="3716338" y="3051175"/>
          <p14:tracePt t="31176" x="3686175" y="3051175"/>
          <p14:tracePt t="31184" x="3665538" y="3051175"/>
          <p14:tracePt t="31191" x="3646488" y="3051175"/>
          <p14:tracePt t="31198" x="3635375" y="3051175"/>
          <p14:tracePt t="31207" x="3625850" y="3051175"/>
          <p14:tracePt t="31214" x="3621088" y="3051175"/>
          <p14:tracePt t="31222" x="3616325" y="3051175"/>
          <p14:tracePt t="31236" x="3609975" y="3051175"/>
          <p14:tracePt t="31250" x="3609975" y="3046413"/>
          <p14:tracePt t="31259" x="3600450" y="3041650"/>
          <p14:tracePt t="31266" x="3595688" y="3041650"/>
          <p14:tracePt t="31273" x="3595688" y="3036888"/>
          <p14:tracePt t="31281" x="3590925" y="3021013"/>
          <p14:tracePt t="31289" x="3586163" y="3016250"/>
          <p14:tracePt t="31296" x="3579813" y="3000375"/>
          <p14:tracePt t="31304" x="3570288" y="2990850"/>
          <p14:tracePt t="31311" x="3565525" y="2976563"/>
          <p14:tracePt t="31320" x="3560763" y="2960688"/>
          <p14:tracePt t="31328" x="3549650" y="2935288"/>
          <p14:tracePt t="31336" x="3544888" y="2921000"/>
          <p14:tracePt t="31345" x="3544888" y="2909888"/>
          <p14:tracePt t="31354" x="3535363" y="2895600"/>
          <p14:tracePt t="31356" x="3530600" y="2879725"/>
          <p14:tracePt t="31364" x="3525838" y="2865438"/>
          <p14:tracePt t="31372" x="3514725" y="2854325"/>
          <p14:tracePt t="31379" x="3514725" y="2830513"/>
          <p14:tracePt t="31386" x="3509963" y="2819400"/>
          <p14:tracePt t="31395" x="3505200" y="2805113"/>
          <p14:tracePt t="31403" x="3505200" y="2784475"/>
          <p14:tracePt t="31412" x="3505200" y="2768600"/>
          <p14:tracePt t="31419" x="3495675" y="2754313"/>
          <p14:tracePt t="31428" x="3495675" y="2744788"/>
          <p14:tracePt t="31438" x="3489325" y="2719388"/>
          <p14:tracePt t="31439" x="3489325" y="2714625"/>
          <p14:tracePt t="31446" x="3484563" y="2703513"/>
          <p14:tracePt t="31454" x="3484563" y="2689225"/>
          <p14:tracePt t="31462" x="3484563" y="2678113"/>
          <p14:tracePt t="31469" x="3484563" y="2673350"/>
          <p14:tracePt t="31478" x="3484563" y="2663825"/>
          <p14:tracePt t="31486" x="3475038" y="2654300"/>
          <p14:tracePt t="31498" x="3475038" y="2638425"/>
          <p14:tracePt t="31507" x="3475038" y="2624138"/>
          <p14:tracePt t="31514" x="3475038" y="2608263"/>
          <p14:tracePt t="31521" x="3470275" y="2598738"/>
          <p14:tracePt t="31528" x="3470275" y="2582863"/>
          <p14:tracePt t="31536" x="3470275" y="2568575"/>
          <p14:tracePt t="31545" x="3470275" y="2547938"/>
          <p14:tracePt t="31552" x="3470275" y="2538413"/>
          <p14:tracePt t="31561" x="3470275" y="2522538"/>
          <p14:tracePt t="31570" x="3470275" y="2508250"/>
          <p14:tracePt t="31578" x="3470275" y="2501900"/>
          <p14:tracePt t="31586" x="3470275" y="2492375"/>
          <p14:tracePt t="31588" x="3470275" y="2478088"/>
          <p14:tracePt t="31596" x="3479800" y="2462213"/>
          <p14:tracePt t="31603" x="3484563" y="2441575"/>
          <p14:tracePt t="31612" x="3489325" y="2436813"/>
          <p14:tracePt t="31619" x="3495675" y="2422525"/>
          <p14:tracePt t="31628" x="3505200" y="2416175"/>
          <p14:tracePt t="31636" x="3505200" y="2411413"/>
          <p14:tracePt t="31645" x="3509963" y="2406650"/>
          <p14:tracePt t="31653" x="3509963" y="2401888"/>
          <p14:tracePt t="31663" x="3514725" y="2401888"/>
          <p14:tracePt t="31671" x="3514725" y="2397125"/>
          <p14:tracePt t="31686" x="3525838" y="2392363"/>
          <p14:tracePt t="31694" x="3540125" y="2376488"/>
          <p14:tracePt t="31701" x="3549650" y="2371725"/>
          <p14:tracePt t="31708" x="3565525" y="2355850"/>
          <p14:tracePt t="31716" x="3575050" y="2355850"/>
          <p14:tracePt t="31723" x="3590925" y="2351088"/>
          <p14:tracePt t="31731" x="3605213" y="2341563"/>
          <p14:tracePt t="31739" x="3621088" y="2336800"/>
          <p14:tracePt t="31746" x="3641725" y="2336800"/>
          <p14:tracePt t="31753" x="3656013" y="2336800"/>
          <p14:tracePt t="31761" x="3676650" y="2336800"/>
          <p14:tracePt t="31770" x="3695700" y="2336800"/>
          <p14:tracePt t="31778" x="3716338" y="2336800"/>
          <p14:tracePt t="31787" x="3741738" y="2336800"/>
          <p14:tracePt t="31794" x="3762375" y="2336800"/>
          <p14:tracePt t="31803" x="3792538" y="2341563"/>
          <p14:tracePt t="31811" x="3811588" y="2341563"/>
          <p14:tracePt t="31812" x="3827463" y="2341563"/>
          <p14:tracePt t="31821" x="3836988" y="2341563"/>
          <p14:tracePt t="31828" x="3848100" y="2341563"/>
          <p14:tracePt t="31836" x="3852863" y="2341563"/>
          <p14:tracePt t="31844" x="3857625" y="2341563"/>
          <p14:tracePt t="31854" x="3862388" y="2341563"/>
          <p14:tracePt t="31866" x="3867150" y="2346325"/>
          <p14:tracePt t="31895" x="3871913" y="2346325"/>
          <p14:tracePt t="31918" x="3878263" y="2346325"/>
          <p14:tracePt t="31933" x="3883025" y="2346325"/>
          <p14:tracePt t="31948" x="3892550" y="2351088"/>
          <p14:tracePt t="31956" x="3897313" y="2351088"/>
          <p14:tracePt t="31963" x="3902075" y="2355850"/>
          <p14:tracePt t="31970" x="3908425" y="2362200"/>
          <p14:tracePt t="31979" x="3922713" y="2366963"/>
          <p14:tracePt t="31986" x="3927475" y="2376488"/>
          <p14:tracePt t="31993" x="3933825" y="2386013"/>
          <p14:tracePt t="32001" x="3938588" y="2392363"/>
          <p14:tracePt t="32009" x="3952875" y="2406650"/>
          <p14:tracePt t="32015" x="3952875" y="2416175"/>
          <p14:tracePt t="32024" x="3957638" y="2432050"/>
          <p14:tracePt t="32031" x="3963988" y="2436813"/>
          <p14:tracePt t="32039" x="3968750" y="2452688"/>
          <p14:tracePt t="32046" x="3968750" y="2471738"/>
          <p14:tracePt t="32047" x="3968750" y="2482850"/>
          <p14:tracePt t="32054" x="3968750" y="2508250"/>
          <p14:tracePt t="32062" x="3968750" y="2527300"/>
          <p14:tracePt t="32070" x="3968750" y="2543175"/>
          <p14:tracePt t="32078" x="3968750" y="2562225"/>
          <p14:tracePt t="32087" x="3957638" y="2582863"/>
          <p14:tracePt t="32094" x="3957638" y="2608263"/>
          <p14:tracePt t="32103" x="3952875" y="2617788"/>
          <p14:tracePt t="32111" x="3948113" y="2643188"/>
          <p14:tracePt t="32113" x="3938588" y="2659063"/>
          <p14:tracePt t="32121" x="3933825" y="2678113"/>
          <p14:tracePt t="32129" x="3922713" y="2698750"/>
          <p14:tracePt t="32136" x="3917950" y="2714625"/>
          <p14:tracePt t="32145" x="3902075" y="2744788"/>
          <p14:tracePt t="32153" x="3887788" y="2768600"/>
          <p14:tracePt t="32161" x="3871913" y="2789238"/>
          <p14:tracePt t="32170" x="3848100" y="2824163"/>
          <p14:tracePt t="32178" x="3832225" y="2844800"/>
          <p14:tracePt t="32186" x="3817938" y="2879725"/>
          <p14:tracePt t="32188" x="3792538" y="2900363"/>
          <p14:tracePt t="32196" x="3776663" y="2914650"/>
          <p14:tracePt t="32203" x="3756025" y="2940050"/>
          <p14:tracePt t="32212" x="3741738" y="2955925"/>
          <p14:tracePt t="32219" x="3711575" y="2976563"/>
          <p14:tracePt t="32229" x="3695700" y="2981325"/>
          <p14:tracePt t="32236" x="3686175" y="2990850"/>
          <p14:tracePt t="32245" x="3660775" y="2990850"/>
          <p14:tracePt t="32253" x="3641725" y="2995613"/>
          <p14:tracePt t="32262" x="3621088" y="2995613"/>
          <p14:tracePt t="32264" x="3595688" y="2995613"/>
          <p14:tracePt t="32272" x="3565525" y="2986088"/>
          <p14:tracePt t="32279" x="3544888" y="2981325"/>
          <p14:tracePt t="32286" x="3514725" y="2981325"/>
          <p14:tracePt t="32295" x="3489325" y="2965450"/>
          <p14:tracePt t="32303" x="3459163" y="2965450"/>
          <p14:tracePt t="32311" x="3440113" y="2955925"/>
          <p14:tracePt t="32320" x="3419475" y="2940050"/>
          <p14:tracePt t="32328" x="3394075" y="2935288"/>
          <p14:tracePt t="32331" x="3373438" y="2925763"/>
          <p14:tracePt t="32339" x="3359150" y="2921000"/>
          <p14:tracePt t="32346" x="3338513" y="2909888"/>
          <p14:tracePt t="32354" x="3324225" y="2905125"/>
          <p14:tracePt t="32361" x="3319463" y="2890838"/>
          <p14:tracePt t="32369" x="3303588" y="2884488"/>
          <p14:tracePt t="32378" x="3298825" y="2879725"/>
          <p14:tracePt t="32386" x="3294063" y="2879725"/>
          <p14:tracePt t="32395" x="3294063" y="2874963"/>
          <p14:tracePt t="32403" x="3282950" y="2870200"/>
          <p14:tracePt t="32412" x="3282950" y="2860675"/>
          <p14:tracePt t="32420" x="3282950" y="2854325"/>
          <p14:tracePt t="32422" x="3282950" y="2849563"/>
          <p14:tracePt t="32430" x="3282950" y="2840038"/>
          <p14:tracePt t="32436" x="3282950" y="2824163"/>
          <p14:tracePt t="32445" x="3287713" y="2805113"/>
          <p14:tracePt t="32453" x="3294063" y="2774950"/>
          <p14:tracePt t="32462" x="3308350" y="2749550"/>
          <p14:tracePt t="32470" x="3328988" y="2708275"/>
          <p14:tracePt t="32478" x="3354388" y="2673350"/>
          <p14:tracePt t="32487" x="3373438" y="2628900"/>
          <p14:tracePt t="32495" x="3398838" y="2578100"/>
          <p14:tracePt t="32496" x="3414713" y="2547938"/>
          <p14:tracePt t="32504" x="3444875" y="2513013"/>
          <p14:tracePt t="32511" x="3459163" y="2487613"/>
          <p14:tracePt t="32520" x="3465513" y="2466975"/>
          <p14:tracePt t="32528" x="3470275" y="2462213"/>
          <p14:tracePt t="32537" x="3479800" y="2446338"/>
          <p14:tracePt t="32544" x="3479800" y="2441575"/>
          <p14:tracePt t="32553" x="3484563" y="2436813"/>
          <p14:tracePt t="32563" x="3489325" y="2432050"/>
          <p14:tracePt t="32571" x="3495675" y="2427288"/>
          <p14:tracePt t="32579" x="3500438" y="2422525"/>
          <p14:tracePt t="32587" x="3519488" y="2406650"/>
          <p14:tracePt t="32594" x="3530600" y="2401888"/>
          <p14:tracePt t="32603" x="3540125" y="2386013"/>
          <p14:tracePt t="32611" x="3549650" y="2386013"/>
          <p14:tracePt t="32619" x="3565525" y="2381250"/>
          <p14:tracePt t="32628" x="3579813" y="2376488"/>
          <p14:tracePt t="32636" x="3590925" y="2376488"/>
          <p14:tracePt t="32645" x="3616325" y="2366963"/>
          <p14:tracePt t="32647" x="3625850" y="2366963"/>
          <p14:tracePt t="32654" x="3651250" y="2371725"/>
          <p14:tracePt t="32662" x="3676650" y="2371725"/>
          <p14:tracePt t="32669" x="3702050" y="2376488"/>
          <p14:tracePt t="32678" x="3721100" y="2386013"/>
          <p14:tracePt t="32686" x="3751263" y="2386013"/>
          <p14:tracePt t="32695" x="3767138" y="2397125"/>
          <p14:tracePt t="32703" x="3792538" y="2406650"/>
          <p14:tracePt t="32711" x="3811588" y="2411413"/>
          <p14:tracePt t="32720" x="3827463" y="2422525"/>
          <p14:tracePt t="32721" x="3832225" y="2422525"/>
          <p14:tracePt t="32728" x="3841750" y="2427288"/>
          <p14:tracePt t="32743" x="3848100" y="2432050"/>
          <p14:tracePt t="32758" x="3857625" y="2432050"/>
          <p14:tracePt t="32765" x="3857625" y="2436813"/>
          <p14:tracePt t="32803" x="3862388" y="2436813"/>
          <p14:tracePt t="33352" x="3897313" y="2446338"/>
          <p14:tracePt t="33359" x="3927475" y="2462213"/>
          <p14:tracePt t="33366" x="3973513" y="2471738"/>
          <p14:tracePt t="33374" x="4033838" y="2487613"/>
          <p14:tracePt t="33381" x="4064000" y="2508250"/>
          <p14:tracePt t="33389" x="4094163" y="2513013"/>
          <p14:tracePt t="33396" x="4129088" y="2532063"/>
          <p14:tracePt t="33404" x="4164013" y="2547938"/>
          <p14:tracePt t="33412" x="4184650" y="2552700"/>
          <p14:tracePt t="33420" x="4210050" y="2568575"/>
          <p14:tracePt t="33429" x="4219575" y="2578100"/>
          <p14:tracePt t="33436" x="4244975" y="2592388"/>
          <p14:tracePt t="33445" x="4260850" y="2608263"/>
          <p14:tracePt t="33453" x="4279900" y="2613025"/>
          <p14:tracePt t="33462" x="4295775" y="2628900"/>
          <p14:tracePt t="33465" x="4310063" y="2633663"/>
          <p14:tracePt t="33471" x="4321175" y="2643188"/>
          <p14:tracePt t="33479" x="4340225" y="2654300"/>
          <p14:tracePt t="33487" x="4356100" y="2663825"/>
          <p14:tracePt t="33494" x="4360863" y="2668588"/>
          <p14:tracePt t="33503" x="4365625" y="2673350"/>
          <p14:tracePt t="33511" x="4381500" y="2673350"/>
          <p14:tracePt t="33520" x="4381500" y="2678113"/>
          <p14:tracePt t="33528" x="4386263" y="2678113"/>
          <p14:tracePt t="33539" x="4391025" y="2678113"/>
          <p14:tracePt t="33546" x="4395788" y="2684463"/>
          <p14:tracePt t="33554" x="4402138" y="2684463"/>
          <p14:tracePt t="33561" x="4406900" y="2684463"/>
          <p14:tracePt t="33570" x="4411663" y="2684463"/>
          <p14:tracePt t="33579" x="4425950" y="2684463"/>
          <p14:tracePt t="33586" x="4437063" y="2684463"/>
          <p14:tracePt t="33595" x="4451350" y="2693988"/>
          <p14:tracePt t="33603" x="4467225" y="2693988"/>
          <p14:tracePt t="33605" x="4486275" y="2693988"/>
          <p14:tracePt t="33615" x="4497388" y="2693988"/>
          <p14:tracePt t="33621" x="4511675" y="2693988"/>
          <p14:tracePt t="33629" x="4527550" y="2693988"/>
          <p14:tracePt t="33636" x="4537075" y="2693988"/>
          <p14:tracePt t="33645" x="4562475" y="2689225"/>
          <p14:tracePt t="33653" x="4583113" y="2684463"/>
          <p14:tracePt t="33662" x="4638675" y="2659063"/>
          <p14:tracePt t="33670" x="4668838" y="2643188"/>
          <p14:tracePt t="33678" x="4703763" y="2617788"/>
          <p14:tracePt t="33687" x="4729163" y="2603500"/>
          <p14:tracePt t="33688" x="4759325" y="2578100"/>
          <p14:tracePt t="33696" x="4794250" y="2557463"/>
          <p14:tracePt t="33704" x="4814888" y="2543175"/>
          <p14:tracePt t="33712" x="4840288" y="2527300"/>
          <p14:tracePt t="33720" x="4870450" y="2513013"/>
          <p14:tracePt t="33728" x="4894263" y="2497138"/>
          <p14:tracePt t="33736" x="4924425" y="2492375"/>
          <p14:tracePt t="33745" x="4945063" y="2478088"/>
          <p14:tracePt t="33753" x="4979988" y="2457450"/>
          <p14:tracePt t="33761" x="5010150" y="2441575"/>
          <p14:tracePt t="33770" x="5035550" y="2427288"/>
          <p14:tracePt t="33772" x="5065713" y="2401888"/>
          <p14:tracePt t="33778" x="5100638" y="2386013"/>
          <p14:tracePt t="33786" x="5137150" y="2362200"/>
          <p14:tracePt t="33795" x="5156200" y="2346325"/>
          <p14:tracePt t="33803" x="5192713" y="2332038"/>
          <p14:tracePt t="33811" x="5207000" y="2316163"/>
          <p14:tracePt t="33820" x="5227638" y="2301875"/>
          <p14:tracePt t="33828" x="5232400" y="2295525"/>
          <p14:tracePt t="33836" x="5246688" y="2281238"/>
          <p14:tracePt t="33845" x="5253038" y="2281238"/>
          <p14:tracePt t="33847" x="5257800" y="2276475"/>
          <p14:tracePt t="33854" x="5257800" y="2270125"/>
          <p14:tracePt t="33861" x="5262563" y="2270125"/>
          <p14:tracePt t="33876" x="5278438" y="2260600"/>
          <p14:tracePt t="33883" x="5283200" y="2255838"/>
          <p14:tracePt t="33891" x="5287963" y="2255838"/>
          <p14:tracePt t="33898" x="5292725" y="2251075"/>
          <p14:tracePt t="33906" x="5308600" y="2251075"/>
          <p14:tracePt t="33913" x="5313363" y="2246313"/>
          <p14:tracePt t="33921" x="5318125" y="2239963"/>
          <p14:tracePt t="33929" x="5327650" y="2235200"/>
          <p14:tracePt t="33936" x="5343525" y="2225675"/>
          <p14:tracePt t="33945" x="5348288" y="2220913"/>
          <p14:tracePt t="33953" x="5368925" y="2209800"/>
          <p14:tracePt t="33962" x="5383213" y="2195513"/>
          <p14:tracePt t="33970" x="5403850" y="2185988"/>
          <p14:tracePt t="33978" x="5418138" y="2179638"/>
          <p14:tracePt t="33986" x="5434013" y="2165350"/>
          <p14:tracePt t="33988" x="5448300" y="2160588"/>
          <p14:tracePt t="33997" x="5464175" y="2144713"/>
          <p14:tracePt t="34003" x="5468938" y="2139950"/>
          <p14:tracePt t="34011" x="5478463" y="2130425"/>
          <p14:tracePt t="34019" x="5494338" y="2125663"/>
          <p14:tracePt t="34028" x="5499100" y="2119313"/>
          <p14:tracePt t="34040" x="5499100" y="2114550"/>
          <p14:tracePt t="34048" x="5503863" y="2114550"/>
          <p14:tracePt t="34064" x="5503863" y="2109788"/>
          <p14:tracePt t="34078" x="5508625" y="2109788"/>
          <p14:tracePt t="34086" x="5508625" y="2105025"/>
          <p14:tracePt t="34093" x="5514975" y="2100263"/>
          <p14:tracePt t="34109" x="5519738" y="2089150"/>
          <p14:tracePt t="34124" x="5519738" y="2084388"/>
          <p14:tracePt t="34131" x="5524500" y="2084388"/>
          <p14:tracePt t="34214" x="5514975" y="2084388"/>
          <p14:tracePt t="34221" x="5489575" y="2100263"/>
          <p14:tracePt t="34229" x="5468938" y="2125663"/>
          <p14:tracePt t="34235" x="5418138" y="2155825"/>
          <p14:tracePt t="34244" x="5373688" y="2179638"/>
          <p14:tracePt t="34251" x="5313363" y="2220913"/>
          <p14:tracePt t="34258" x="5253038" y="2270125"/>
          <p14:tracePt t="34267" x="5192713" y="2301875"/>
          <p14:tracePt t="34274" x="5116513" y="2355850"/>
          <p14:tracePt t="34281" x="5070475" y="2397125"/>
          <p14:tracePt t="34288" x="5010150" y="2436813"/>
          <p14:tracePt t="34296" x="4949825" y="2478088"/>
          <p14:tracePt t="34303" x="4884738" y="2517775"/>
          <p14:tracePt t="34312" x="4824413" y="2568575"/>
          <p14:tracePt t="34320" x="4764088" y="2617788"/>
          <p14:tracePt t="34328" x="4713288" y="2668588"/>
          <p14:tracePt t="34337" x="4652963" y="2719388"/>
          <p14:tracePt t="34345" x="4602163" y="2768600"/>
          <p14:tracePt t="34353" x="4541838" y="2819400"/>
          <p14:tracePt t="34355" x="4492625" y="2870200"/>
          <p14:tracePt t="34365" x="4451350" y="2921000"/>
          <p14:tracePt t="34371" x="4402138" y="2965450"/>
          <p14:tracePt t="34379" x="4316413" y="3067050"/>
          <p14:tracePt t="34386" x="4265613" y="3116263"/>
          <p14:tracePt t="34395" x="4225925" y="3162300"/>
          <p14:tracePt t="34403" x="4179888" y="3213100"/>
          <p14:tracePt t="34412" x="4129088" y="3262313"/>
          <p14:tracePt t="34419" x="4079875" y="3313113"/>
          <p14:tracePt t="34429" x="4038600" y="3359150"/>
          <p14:tracePt t="34431" x="4003675" y="3408363"/>
          <p14:tracePt t="34438" x="3963988" y="3444875"/>
          <p14:tracePt t="34446" x="3927475" y="3494088"/>
          <p14:tracePt t="34454" x="3887788" y="3529013"/>
          <p14:tracePt t="34461" x="3871913" y="3565525"/>
          <p14:tracePt t="34469" x="3852863" y="3584575"/>
          <p14:tracePt t="34478" x="3822700" y="3621088"/>
          <p14:tracePt t="34486" x="3806825" y="3644900"/>
          <p14:tracePt t="34495" x="3787775" y="3665538"/>
          <p14:tracePt t="34503" x="3762375" y="3690938"/>
          <p14:tracePt t="34512" x="3746500" y="3711575"/>
          <p14:tracePt t="34513" x="3721100" y="3746500"/>
          <p14:tracePt t="34522" x="3702050" y="3771900"/>
          <p14:tracePt t="34528" x="3660775" y="3806825"/>
          <p14:tracePt t="34537" x="3641725" y="3832225"/>
          <p14:tracePt t="34545" x="3600450" y="3867150"/>
          <p14:tracePt t="34553" x="3579813" y="3887788"/>
          <p14:tracePt t="34561" x="3509963" y="3952875"/>
          <p14:tracePt t="34570" x="3484563" y="3973513"/>
          <p14:tracePt t="34578" x="3459163" y="3997325"/>
          <p14:tracePt t="34586" x="3440113" y="4013200"/>
          <p14:tracePt t="34588" x="3403600" y="4038600"/>
          <p14:tracePt t="34596" x="3384550" y="4052888"/>
          <p14:tracePt t="34603" x="3359150" y="4078288"/>
          <p14:tracePt t="34612" x="3338513" y="4094163"/>
          <p14:tracePt t="34619" x="3313113" y="4108450"/>
          <p14:tracePt t="34629" x="3294063" y="4124325"/>
          <p14:tracePt t="34636" x="3268663" y="4143375"/>
          <p14:tracePt t="34646" x="3233738" y="4168775"/>
          <p14:tracePt t="34652" x="3213100" y="4184650"/>
          <p14:tracePt t="34663" x="3178175" y="4210050"/>
          <p14:tracePt t="34664" x="3162300" y="4224338"/>
          <p14:tracePt t="34672" x="3141663" y="4249738"/>
          <p14:tracePt t="34678" x="3117850" y="4265613"/>
          <p14:tracePt t="34686" x="3101975" y="4284663"/>
          <p14:tracePt t="34695" x="3081338" y="4300538"/>
          <p14:tracePt t="34702" x="3067050" y="4314825"/>
          <p14:tracePt t="34712" x="3051175" y="4330700"/>
          <p14:tracePt t="34720" x="3036888" y="4344988"/>
          <p14:tracePt t="34729" x="3021013" y="4360863"/>
          <p14:tracePt t="34730" x="3001963" y="4379913"/>
          <p14:tracePt t="34739" x="2960688" y="4421188"/>
          <p14:tracePt t="34746" x="2946400" y="4435475"/>
          <p14:tracePt t="34755" x="2925763" y="4451350"/>
          <p14:tracePt t="34761" x="2900363" y="4471988"/>
          <p14:tracePt t="34770" x="2881313" y="4486275"/>
          <p14:tracePt t="34778" x="2855913" y="4502150"/>
          <p14:tracePt t="34786" x="2835275" y="4516438"/>
          <p14:tracePt t="34794" x="2809875" y="4541838"/>
          <p14:tracePt t="34803" x="2789238" y="4556125"/>
          <p14:tracePt t="34806" x="2765425" y="4572000"/>
          <p14:tracePt t="34814" x="2744788" y="4587875"/>
          <p14:tracePt t="34821" x="2719388" y="4606925"/>
          <p14:tracePt t="34829" x="2698750" y="4618038"/>
          <p14:tracePt t="34836" x="2673350" y="4632325"/>
          <p14:tracePt t="34845" x="2643188" y="4648200"/>
          <p14:tracePt t="34853" x="2624138" y="4652963"/>
          <p14:tracePt t="34862" x="2598738" y="4667250"/>
          <p14:tracePt t="34870" x="2578100" y="4683125"/>
          <p14:tracePt t="34880" x="2552700" y="4692650"/>
          <p14:tracePt t="34886" x="2538413" y="4708525"/>
          <p14:tracePt t="34896" x="2517775" y="4713288"/>
          <p14:tracePt t="34897" x="2503488" y="4727575"/>
          <p14:tracePt t="34903" x="2497138" y="4732338"/>
          <p14:tracePt t="34911" x="2482850" y="4738688"/>
          <p14:tracePt t="34919" x="2478088" y="4748213"/>
          <p14:tracePt t="34929" x="2466975" y="4757738"/>
          <p14:tracePt t="34936" x="2462213" y="4764088"/>
          <p14:tracePt t="34945" x="2457450" y="4764088"/>
          <p14:tracePt t="34953" x="2452688" y="4768850"/>
          <p14:tracePt t="34962" x="2443163" y="4783138"/>
          <p14:tracePt t="34963" x="2443163" y="4787900"/>
          <p14:tracePt t="34971" x="2436813" y="4799013"/>
          <p14:tracePt t="34978" x="2432050" y="4803775"/>
          <p14:tracePt t="34986" x="2432050" y="4808538"/>
          <p14:tracePt t="34994" x="2427288" y="4808538"/>
          <p14:tracePt t="35003" x="2427288" y="4818063"/>
          <p14:tracePt t="35011" x="2427288" y="4824413"/>
          <p14:tracePt t="35032" x="2422525" y="4829175"/>
          <p14:tracePt t="35136" x="2427288" y="4829175"/>
          <p14:tracePt t="35143" x="2436813" y="4824413"/>
          <p14:tracePt t="35150" x="2473325" y="4803775"/>
          <p14:tracePt t="35158" x="2492375" y="4787900"/>
          <p14:tracePt t="35165" x="2538413" y="4764088"/>
          <p14:tracePt t="35173" x="2582863" y="4738688"/>
          <p14:tracePt t="35181" x="2643188" y="4708525"/>
          <p14:tracePt t="35188" x="2703513" y="4667250"/>
          <p14:tracePt t="35196" x="2765425" y="4627563"/>
          <p14:tracePt t="35204" x="2814638" y="4597400"/>
          <p14:tracePt t="35211" x="2844800" y="4572000"/>
          <p14:tracePt t="35219" x="2881313" y="4546600"/>
          <p14:tracePt t="35229" x="2916238" y="4525963"/>
          <p14:tracePt t="35236" x="2941638" y="4511675"/>
          <p14:tracePt t="35245" x="2960688" y="4495800"/>
          <p14:tracePt t="35254" x="2981325" y="4481513"/>
          <p14:tracePt t="35256" x="3006725" y="4465638"/>
          <p14:tracePt t="35264" x="3036888" y="4451350"/>
          <p14:tracePt t="35273" x="3071813" y="4435475"/>
          <p14:tracePt t="35279" x="3141663" y="4395788"/>
          <p14:tracePt t="35286" x="3178175" y="4365625"/>
          <p14:tracePt t="35294" x="3213100" y="4340225"/>
          <p14:tracePt t="35303" x="3233738" y="4319588"/>
          <p14:tracePt t="35312" x="3257550" y="4295775"/>
          <p14:tracePt t="35320" x="3294063" y="4270375"/>
          <p14:tracePt t="35333" x="3328988" y="4229100"/>
          <p14:tracePt t="35339" x="3343275" y="4210050"/>
          <p14:tracePt t="35346" x="3359150" y="4184650"/>
          <p14:tracePt t="35354" x="3373438" y="4168775"/>
          <p14:tracePt t="35361" x="3389313" y="4149725"/>
          <p14:tracePt t="35370" x="3414713" y="4124325"/>
          <p14:tracePt t="35378" x="3429000" y="4103688"/>
          <p14:tracePt t="35387" x="3449638" y="4078288"/>
          <p14:tracePt t="35395" x="3465513" y="4064000"/>
          <p14:tracePt t="35398" x="3489325" y="4043363"/>
          <p14:tracePt t="35406" x="3509963" y="4027488"/>
          <p14:tracePt t="35413" x="3535363" y="4013200"/>
          <p14:tracePt t="35421" x="3556000" y="3997325"/>
          <p14:tracePt t="35429" x="3570288" y="3973513"/>
          <p14:tracePt t="35436" x="3595688" y="3957638"/>
          <p14:tracePt t="35445" x="3616325" y="3943350"/>
          <p14:tracePt t="35453" x="3660775" y="3897313"/>
          <p14:tracePt t="35462" x="3695700" y="3871913"/>
          <p14:tracePt t="35466" x="3721100" y="3846513"/>
          <p14:tracePt t="35474" x="3756025" y="3821113"/>
          <p14:tracePt t="35481" x="3776663" y="3797300"/>
          <p14:tracePt t="35489" x="3806825" y="3760788"/>
          <p14:tracePt t="35496" x="3841750" y="3735388"/>
          <p14:tracePt t="35503" x="3878263" y="3711575"/>
          <p14:tracePt t="35512" x="3897313" y="3686175"/>
          <p14:tracePt t="35520" x="3933825" y="3660775"/>
          <p14:tracePt t="35528" x="3968750" y="3625850"/>
          <p14:tracePt t="35537" x="3994150" y="3600450"/>
          <p14:tracePt t="35545" x="4029075" y="3565525"/>
          <p14:tracePt t="35553" x="4064000" y="3540125"/>
          <p14:tracePt t="35557" x="4114800" y="3509963"/>
          <p14:tracePt t="35564" x="4149725" y="3475038"/>
          <p14:tracePt t="35572" x="4184650" y="3438525"/>
          <p14:tracePt t="35579" x="4210050" y="3403600"/>
          <p14:tracePt t="35586" x="4244975" y="3378200"/>
          <p14:tracePt t="35594" x="4279900" y="3338513"/>
          <p14:tracePt t="35603" x="4305300" y="3317875"/>
          <p14:tracePt t="35611" x="4330700" y="3292475"/>
          <p14:tracePt t="35620" x="4351338" y="3273425"/>
          <p14:tracePt t="35628" x="4376738" y="3248025"/>
          <p14:tracePt t="35637" x="4402138" y="3213100"/>
          <p14:tracePt t="35638" x="4471988" y="3146425"/>
          <p14:tracePt t="35647" x="4511675" y="3111500"/>
          <p14:tracePt t="35653" x="4537075" y="3067050"/>
          <p14:tracePt t="35661" x="4587875" y="3025775"/>
          <p14:tracePt t="35670" x="4622800" y="2981325"/>
          <p14:tracePt t="35678" x="4662488" y="2940050"/>
          <p14:tracePt t="35687" x="4699000" y="2895600"/>
          <p14:tracePt t="35695" x="4729163" y="2860675"/>
          <p14:tracePt t="35703" x="4764088" y="2824163"/>
          <p14:tracePt t="35713" x="4789488" y="2789238"/>
          <p14:tracePt t="35713" x="4824413" y="2749550"/>
          <p14:tracePt t="35721" x="4849813" y="2714625"/>
          <p14:tracePt t="35728" x="4875213" y="2693988"/>
          <p14:tracePt t="35736" x="4900613" y="2659063"/>
          <p14:tracePt t="35745" x="4940300" y="2624138"/>
          <p14:tracePt t="35752" x="4975225" y="2582863"/>
          <p14:tracePt t="35762" x="5000625" y="2547938"/>
          <p14:tracePt t="35769" x="5035550" y="2513013"/>
          <p14:tracePt t="35778" x="5070475" y="2478088"/>
          <p14:tracePt t="35786" x="5121275" y="2446338"/>
          <p14:tracePt t="35788" x="5141913" y="2427288"/>
          <p14:tracePt t="35796" x="5181600" y="2392363"/>
          <p14:tracePt t="35804" x="5216525" y="2362200"/>
          <p14:tracePt t="35811" x="5241925" y="2325688"/>
          <p14:tracePt t="35819" x="5297488" y="2286000"/>
          <p14:tracePt t="35828" x="5322888" y="2265363"/>
          <p14:tracePt t="35836" x="5338763" y="2251075"/>
          <p14:tracePt t="35845" x="5357813" y="2225675"/>
          <p14:tracePt t="35852" x="5383213" y="2205038"/>
          <p14:tracePt t="35863" x="5403850" y="2190750"/>
          <p14:tracePt t="35870" x="5429250" y="2165350"/>
          <p14:tracePt t="35871" x="5443538" y="2160588"/>
          <p14:tracePt t="35880" x="5459413" y="2144713"/>
          <p14:tracePt t="35886" x="5464175" y="2130425"/>
          <p14:tracePt t="35895" x="5468938" y="2125663"/>
          <p14:tracePt t="35902" x="5473700" y="2125663"/>
          <p14:tracePt t="35912" x="5473700" y="2119313"/>
          <p14:tracePt t="35919" x="5478463" y="2119313"/>
          <p14:tracePt t="35928" x="5478463" y="2114550"/>
          <p14:tracePt t="36089" x="5468938" y="2114550"/>
          <p14:tracePt t="36096" x="5454650" y="2119313"/>
          <p14:tracePt t="36104" x="5434013" y="2135188"/>
          <p14:tracePt t="36111" x="5399088" y="2149475"/>
          <p14:tracePt t="36118" x="5362575" y="2179638"/>
          <p14:tracePt t="36126" x="5318125" y="2216150"/>
          <p14:tracePt t="36133" x="5253038" y="2265363"/>
          <p14:tracePt t="36141" x="5192713" y="2320925"/>
          <p14:tracePt t="36149" x="5116513" y="2381250"/>
          <p14:tracePt t="36156" x="5056188" y="2446338"/>
          <p14:tracePt t="36164" x="4979988" y="2513013"/>
          <p14:tracePt t="36170" x="4905375" y="2573338"/>
          <p14:tracePt t="36181" x="4754563" y="2738438"/>
          <p14:tracePt t="36186" x="4673600" y="2824163"/>
          <p14:tracePt t="36195" x="4587875" y="2914650"/>
          <p14:tracePt t="36203" x="4506913" y="3006725"/>
          <p14:tracePt t="36211" x="4421188" y="3106738"/>
          <p14:tracePt t="36219" x="4340225" y="3206750"/>
          <p14:tracePt t="36228" x="4275138" y="3292475"/>
          <p14:tracePt t="36230" x="4184650" y="3394075"/>
          <p14:tracePt t="36239" x="4110038" y="3494088"/>
          <p14:tracePt t="36247" x="4029075" y="3595688"/>
          <p14:tracePt t="36254" x="3938588" y="3711575"/>
          <p14:tracePt t="36261" x="3857625" y="3827463"/>
          <p14:tracePt t="36270" x="3776663" y="3927475"/>
          <p14:tracePt t="36278" x="3702050" y="4038600"/>
          <p14:tracePt t="36287" x="3621088" y="4138613"/>
          <p14:tracePt t="36295" x="3556000" y="4240213"/>
          <p14:tracePt t="36304" x="3489325" y="4325938"/>
          <p14:tracePt t="36306" x="3409950" y="4416425"/>
          <p14:tracePt t="36315" x="3359150" y="4486275"/>
          <p14:tracePt t="36322" x="3298825" y="4551363"/>
          <p14:tracePt t="36330" x="3243263" y="4611688"/>
          <p14:tracePt t="36337" x="3197225" y="4662488"/>
          <p14:tracePt t="36345" x="3157538" y="4722813"/>
          <p14:tracePt t="36353" x="3106738" y="4764088"/>
          <p14:tracePt t="36361" x="3021013" y="4824413"/>
          <p14:tracePt t="36370" x="3001963" y="4848225"/>
          <p14:tracePt t="36379" x="2976563" y="4873625"/>
          <p14:tracePt t="36381" x="2955925" y="4889500"/>
          <p14:tracePt t="36388" x="2930525" y="4910138"/>
          <p14:tracePt t="36397" x="2916238" y="4924425"/>
          <p14:tracePt t="36404" x="2895600" y="4933950"/>
          <p14:tracePt t="36411" x="2881313" y="4945063"/>
          <p14:tracePt t="36420" x="2855913" y="4959350"/>
          <p14:tracePt t="36429" x="2844800" y="4970463"/>
          <p14:tracePt t="36436" x="2830513" y="4975225"/>
          <p14:tracePt t="36445" x="2814638" y="4984750"/>
          <p14:tracePt t="36453" x="2809875" y="4989513"/>
          <p14:tracePt t="36461" x="2800350" y="4994275"/>
          <p14:tracePt t="36472" x="2789238" y="4994275"/>
          <p14:tracePt t="36479" x="2789238" y="5000625"/>
          <p14:tracePt t="36486" x="2784475" y="5000625"/>
          <p14:tracePt t="36854" x="2805113" y="4970463"/>
          <p14:tracePt t="36861" x="2830513" y="4933950"/>
          <p14:tracePt t="36869" x="2860675" y="4884738"/>
          <p14:tracePt t="36876" x="2886075" y="4848225"/>
          <p14:tracePt t="36883" x="2911475" y="4813300"/>
          <p14:tracePt t="36891" x="2925763" y="4794250"/>
          <p14:tracePt t="36898" x="2965450" y="4748213"/>
          <p14:tracePt t="36906" x="2986088" y="4722813"/>
          <p14:tracePt t="36914" x="3001963" y="4702175"/>
          <p14:tracePt t="36921" x="3036888" y="4667250"/>
          <p14:tracePt t="36929" x="3062288" y="4632325"/>
          <p14:tracePt t="36937" x="3097213" y="4597400"/>
          <p14:tracePt t="36945" x="3136900" y="4562475"/>
          <p14:tracePt t="36953" x="3173413" y="4511675"/>
          <p14:tracePt t="36961" x="3203575" y="4476750"/>
          <p14:tracePt t="36971" x="3238500" y="4441825"/>
          <p14:tracePt t="36979" x="3252788" y="4405313"/>
          <p14:tracePt t="36982" x="3278188" y="4386263"/>
          <p14:tracePt t="36989" x="3294063" y="4360863"/>
          <p14:tracePt t="36996" x="3308350" y="4344988"/>
          <p14:tracePt t="37005" x="3313113" y="4335463"/>
          <p14:tracePt t="37011" x="3328988" y="4319588"/>
          <p14:tracePt t="37020" x="3333750" y="4305300"/>
          <p14:tracePt t="37027" x="3349625" y="4279900"/>
          <p14:tracePt t="37036" x="3373438" y="4265613"/>
          <p14:tracePt t="37044" x="3389313" y="4244975"/>
          <p14:tracePt t="37054" x="3409950" y="4219575"/>
          <p14:tracePt t="37061" x="3424238" y="4210050"/>
          <p14:tracePt t="37063" x="3440113" y="4184650"/>
          <p14:tracePt t="37071" x="3454400" y="4168775"/>
          <p14:tracePt t="37079" x="3465513" y="4154488"/>
          <p14:tracePt t="37087" x="3470275" y="4154488"/>
          <p14:tracePt t="37095" x="3470275" y="4143375"/>
          <p14:tracePt t="37103" x="3470275" y="4138613"/>
          <p14:tracePt t="37112" x="3479800" y="4138613"/>
          <p14:tracePt t="37121" x="3479800" y="4133850"/>
          <p14:tracePt t="37124" x="3484563" y="4129088"/>
          <p14:tracePt t="37131" x="3489325" y="4113213"/>
          <p14:tracePt t="37139" x="3505200" y="4108450"/>
          <p14:tracePt t="37146" x="3509963" y="4094163"/>
          <p14:tracePt t="37153" x="3525838" y="4083050"/>
          <p14:tracePt t="37162" x="3530600" y="4068763"/>
          <p14:tracePt t="37169" x="3540125" y="4052888"/>
          <p14:tracePt t="37179" x="3544888" y="4052888"/>
          <p14:tracePt t="37186" x="3549650" y="4043363"/>
          <p14:tracePt t="37195" x="3565525" y="4043363"/>
          <p14:tracePt t="37203" x="3565525" y="4033838"/>
          <p14:tracePt t="37205" x="3570288" y="4027488"/>
          <p14:tracePt t="37213" x="3575050" y="4027488"/>
          <p14:tracePt t="37221" x="3575050" y="4022725"/>
          <p14:tracePt t="37258" x="3579813" y="4022725"/>
          <p14:tracePt t="37282" x="3579813" y="4017963"/>
          <p14:tracePt t="37312" x="3586163" y="4013200"/>
          <p14:tracePt t="37319" x="3590925" y="4008438"/>
          <p14:tracePt t="37326" x="3595688" y="3992563"/>
          <p14:tracePt t="37334" x="3609975" y="3978275"/>
          <p14:tracePt t="37341" x="3609975" y="3967163"/>
          <p14:tracePt t="37348" x="3625850" y="3952875"/>
          <p14:tracePt t="37356" x="3635375" y="3937000"/>
          <p14:tracePt t="37364" x="3641725" y="3932238"/>
          <p14:tracePt t="37371" x="3646488" y="3922713"/>
          <p14:tracePt t="37379" x="3651250" y="3911600"/>
          <p14:tracePt t="37393" x="3651250" y="3906838"/>
          <p14:tracePt t="37401" x="3651250" y="3902075"/>
          <p14:tracePt t="37469" x="3651250" y="3897313"/>
          <p14:tracePt t="37484" x="3651250" y="3892550"/>
          <p14:tracePt t="37499" x="3646488" y="3887788"/>
          <p14:tracePt t="37506" x="3641725" y="3887788"/>
          <p14:tracePt t="37513" x="3635375" y="3881438"/>
          <p14:tracePt t="37521" x="3625850" y="3876675"/>
          <p14:tracePt t="37528" x="3621088" y="3876675"/>
          <p14:tracePt t="37536" x="3616325" y="3867150"/>
          <p14:tracePt t="37543" x="3605213" y="3867150"/>
          <p14:tracePt t="37551" x="3600450" y="3862388"/>
          <p14:tracePt t="37558" x="3586163" y="3862388"/>
          <p14:tracePt t="37566" x="3579813" y="3862388"/>
          <p14:tracePt t="37574" x="3575050" y="3857625"/>
          <p14:tracePt t="37581" x="3560763" y="3857625"/>
          <p14:tracePt t="37589" x="3556000" y="3857625"/>
          <p14:tracePt t="37596" x="3544888" y="3857625"/>
          <p14:tracePt t="37604" x="3540125" y="3857625"/>
          <p14:tracePt t="37611" x="3535363" y="3851275"/>
          <p14:tracePt t="37619" x="3525838" y="3851275"/>
          <p14:tracePt t="37628" x="3519488" y="3851275"/>
          <p14:tracePt t="37641" x="3514725" y="3851275"/>
          <p14:tracePt t="37656" x="3509963" y="3846513"/>
          <p14:tracePt t="37663" x="3505200" y="3846513"/>
          <p14:tracePt t="37678" x="3500438" y="3846513"/>
          <p14:tracePt t="37686" x="3495675" y="3846513"/>
          <p14:tracePt t="37693" x="3484563" y="3846513"/>
          <p14:tracePt t="37701" x="3479800" y="3851275"/>
          <p14:tracePt t="37708" x="3475038" y="3851275"/>
          <p14:tracePt t="37716" x="3470275" y="3851275"/>
          <p14:tracePt t="37724" x="3459163" y="3857625"/>
          <p14:tracePt t="37731" x="3449638" y="3862388"/>
          <p14:tracePt t="37739" x="3444875" y="3871913"/>
          <p14:tracePt t="37746" x="3433763" y="3876675"/>
          <p14:tracePt t="37754" x="3429000" y="3881438"/>
          <p14:tracePt t="37762" x="3424238" y="3887788"/>
          <p14:tracePt t="37771" x="3414713" y="3892550"/>
          <p14:tracePt t="37779" x="3409950" y="3897313"/>
          <p14:tracePt t="37786" x="3403600" y="3897313"/>
          <p14:tracePt t="37796" x="3398838" y="3906838"/>
          <p14:tracePt t="37804" x="3394075" y="3917950"/>
          <p14:tracePt t="37811" x="3389313" y="3927475"/>
          <p14:tracePt t="37815" x="3379788" y="3932238"/>
          <p14:tracePt t="37822" x="3373438" y="3943350"/>
          <p14:tracePt t="37830" x="3373438" y="3948113"/>
          <p14:tracePt t="37838" x="3368675" y="3952875"/>
          <p14:tracePt t="37845" x="3368675" y="3962400"/>
          <p14:tracePt t="37853" x="3363913" y="3962400"/>
          <p14:tracePt t="37861" x="3363913" y="3967163"/>
          <p14:tracePt t="37870" x="3363913" y="3978275"/>
          <p14:tracePt t="37882" x="3359150" y="3983038"/>
          <p14:tracePt t="37911" x="3359150" y="3987800"/>
          <p14:tracePt t="37926" x="3359150" y="3992563"/>
          <p14:tracePt t="37933" x="3359150" y="3997325"/>
          <p14:tracePt t="37941" x="3359150" y="4013200"/>
          <p14:tracePt t="37948" x="3359150" y="4022725"/>
          <p14:tracePt t="37956" x="3359150" y="4027488"/>
          <p14:tracePt t="37963" x="3363913" y="4043363"/>
          <p14:tracePt t="37971" x="3363913" y="4052888"/>
          <p14:tracePt t="37979" x="3373438" y="4068763"/>
          <p14:tracePt t="37986" x="3373438" y="4073525"/>
          <p14:tracePt t="37994" x="3379788" y="4078288"/>
          <p14:tracePt t="38003" x="3384550" y="4083050"/>
          <p14:tracePt t="38015" x="3384550" y="4089400"/>
          <p14:tracePt t="38024" x="3389313" y="4089400"/>
          <p14:tracePt t="38045" x="3389313" y="4094163"/>
          <p14:tracePt t="38098" x="3394075" y="4094163"/>
          <p14:tracePt t="38106" x="3398838" y="4094163"/>
          <p14:tracePt t="38114" x="3398838" y="4103688"/>
          <p14:tracePt t="38121" x="3403600" y="4103688"/>
          <p14:tracePt t="38128" x="3414713" y="4103688"/>
          <p14:tracePt t="38136" x="3419475" y="4103688"/>
          <p14:tracePt t="38143" x="3429000" y="4108450"/>
          <p14:tracePt t="38151" x="3433763" y="4108450"/>
          <p14:tracePt t="38158" x="3454400" y="4108450"/>
          <p14:tracePt t="38165" x="3475038" y="4108450"/>
          <p14:tracePt t="38173" x="3484563" y="4103688"/>
          <p14:tracePt t="38181" x="3500438" y="4103688"/>
          <p14:tracePt t="38188" x="3519488" y="4098925"/>
          <p14:tracePt t="38196" x="3535363" y="4098925"/>
          <p14:tracePt t="38203" x="3549650" y="4094163"/>
          <p14:tracePt t="38211" x="3556000" y="4083050"/>
          <p14:tracePt t="38219" x="3565525" y="4083050"/>
          <p14:tracePt t="38228" x="3565525" y="4078288"/>
          <p14:tracePt t="38236" x="3570288" y="4078288"/>
          <p14:tracePt t="38245" x="3575050" y="4078288"/>
          <p14:tracePt t="38263" x="3586163" y="4073525"/>
          <p14:tracePt t="38359" x="3586163" y="4068763"/>
          <p14:tracePt t="38472" x="3579813" y="4068763"/>
          <p14:tracePt t="38493" x="3579813" y="4064000"/>
          <p14:tracePt t="38499" x="3575050" y="4064000"/>
          <p14:tracePt t="38511" x="3570288" y="4057650"/>
          <p14:tracePt t="38519" x="3565525" y="4052888"/>
          <p14:tracePt t="38526" x="3560763" y="4043363"/>
          <p14:tracePt t="38533" x="3556000" y="4043363"/>
          <p14:tracePt t="38541" x="3549650" y="4038600"/>
          <p14:tracePt t="38549" x="3549650" y="4033838"/>
          <p14:tracePt t="38556" x="3544888" y="4033838"/>
          <p14:tracePt t="38564" x="3535363" y="4033838"/>
          <p14:tracePt t="38571" x="3535363" y="4027488"/>
          <p14:tracePt t="38579" x="3530600" y="4027488"/>
          <p14:tracePt t="39450" x="3519488" y="4027488"/>
          <p14:tracePt t="39456" x="3514725" y="4033838"/>
          <p14:tracePt t="39464" x="3505200" y="4033838"/>
          <p14:tracePt t="39471" x="3500438" y="4043363"/>
          <p14:tracePt t="39478" x="3495675" y="4043363"/>
          <p14:tracePt t="39486" x="3489325" y="4048125"/>
          <p14:tracePt t="39516" x="3484563" y="4048125"/>
          <p14:tracePt t="39547" x="3479800" y="4052888"/>
          <p14:tracePt t="39561" x="3479800" y="4057650"/>
          <p14:tracePt t="39583" x="3475038" y="4064000"/>
          <p14:tracePt t="39599" x="3475038" y="4068763"/>
          <p14:tracePt t="39613" x="3475038" y="4073525"/>
          <p14:tracePt t="39621" x="3475038" y="4083050"/>
          <p14:tracePt t="39636" x="3475038" y="4089400"/>
          <p14:tracePt t="39643" x="3470275" y="4089400"/>
          <p14:tracePt t="39651" x="3470275" y="4094163"/>
          <p14:tracePt t="39960" x="3470275" y="4098925"/>
          <p14:tracePt t="39981" x="3470275" y="4103688"/>
          <p14:tracePt t="40027" x="3470275" y="4108450"/>
          <p14:tracePt t="40169" x="3475038" y="4108450"/>
          <p14:tracePt t="40363" x="3479800" y="4108450"/>
          <p14:tracePt t="40386" x="3479800" y="4103688"/>
          <p14:tracePt t="40393" x="3484563" y="4098925"/>
          <p14:tracePt t="40409" x="3484563" y="4094163"/>
          <p14:tracePt t="40416" x="3489325" y="4089400"/>
          <p14:tracePt t="40423" x="3489325" y="4078288"/>
          <p14:tracePt t="40431" x="3495675" y="4078288"/>
          <p14:tracePt t="40438" x="3495675" y="4073525"/>
          <p14:tracePt t="40447" x="3495675" y="4068763"/>
          <p14:tracePt t="40454" x="3495675" y="4064000"/>
          <p14:tracePt t="40462" x="3500438" y="4064000"/>
          <p14:tracePt t="40470" x="3500438" y="4057650"/>
          <p14:tracePt t="40478" x="3509963" y="4052888"/>
          <p14:tracePt t="40491" x="3509963" y="4048125"/>
          <p14:tracePt t="40507" x="3509963" y="4038600"/>
          <p14:tracePt t="40514" x="3514725" y="4033838"/>
          <p14:tracePt t="40536" x="3514725" y="4027488"/>
          <p14:tracePt t="40558" x="3514725" y="4022725"/>
          <p14:tracePt t="40574" x="3514725" y="4017963"/>
          <p14:tracePt t="40588" x="3514725" y="4013200"/>
          <p14:tracePt t="40596" x="3519488" y="4013200"/>
          <p14:tracePt t="40603" x="3519488" y="4008438"/>
          <p14:tracePt t="40618" x="3519488" y="3997325"/>
          <p14:tracePt t="40633" x="3519488" y="3992563"/>
          <p14:tracePt t="40648" x="3525838" y="3987800"/>
          <p14:tracePt t="40656" x="3525838" y="3983038"/>
          <p14:tracePt t="40664" x="3525838" y="3973513"/>
          <p14:tracePt t="40671" x="3530600" y="3948113"/>
          <p14:tracePt t="40679" x="3530600" y="3927475"/>
          <p14:tracePt t="40686" x="3540125" y="3897313"/>
          <p14:tracePt t="40694" x="3549650" y="3841750"/>
          <p14:tracePt t="40700" x="3556000" y="3811588"/>
          <p14:tracePt t="40709" x="3565525" y="3781425"/>
          <p14:tracePt t="40716" x="3570288" y="3760788"/>
          <p14:tracePt t="40724" x="3579813" y="3730625"/>
          <p14:tracePt t="40731" x="3579813" y="3700463"/>
          <p14:tracePt t="40739" x="3586163" y="3665538"/>
          <p14:tracePt t="40746" x="3595688" y="3635375"/>
          <p14:tracePt t="40754" x="3600450" y="3614738"/>
          <p14:tracePt t="40761" x="3609975" y="3584575"/>
          <p14:tracePt t="40770" x="3616325" y="3554413"/>
          <p14:tracePt t="40778" x="3625850" y="3529013"/>
          <p14:tracePt t="40786" x="3625850" y="3509963"/>
          <p14:tracePt t="40795" x="3630613" y="3479800"/>
          <p14:tracePt t="40803" x="3641725" y="3454400"/>
          <p14:tracePt t="40811" x="3641725" y="3433763"/>
          <p14:tracePt t="40814" x="3646488" y="3413125"/>
          <p14:tracePt t="40822" x="3646488" y="3398838"/>
          <p14:tracePt t="40829" x="3656013" y="3378200"/>
          <p14:tracePt t="40836" x="3660775" y="3363913"/>
          <p14:tracePt t="40845" x="3676650" y="3343275"/>
          <p14:tracePt t="40853" x="3681413" y="3317875"/>
          <p14:tracePt t="40862" x="3695700" y="3298825"/>
          <p14:tracePt t="40870" x="3716338" y="3262313"/>
          <p14:tracePt t="40879" x="3746500" y="3197225"/>
          <p14:tracePt t="40886" x="3767138" y="3167063"/>
          <p14:tracePt t="40896" x="3771900" y="3122613"/>
          <p14:tracePt t="40896" x="3792538" y="3086100"/>
          <p14:tracePt t="40903" x="3792538" y="3055938"/>
          <p14:tracePt t="40912" x="3806825" y="3036888"/>
          <p14:tracePt t="40920" x="3806825" y="3006725"/>
          <p14:tracePt t="40928" x="3811588" y="2981325"/>
          <p14:tracePt t="40936" x="3811588" y="2960688"/>
          <p14:tracePt t="40945" x="3822700" y="2946400"/>
          <p14:tracePt t="40953" x="3822700" y="2925763"/>
          <p14:tracePt t="40961" x="3822700" y="2905125"/>
          <p14:tracePt t="40963" x="3822700" y="2890838"/>
          <p14:tracePt t="40971" x="3822700" y="2870200"/>
          <p14:tracePt t="40979" x="3822700" y="2849563"/>
          <p14:tracePt t="40986" x="3827463" y="2824163"/>
          <p14:tracePt t="40995" x="3827463" y="2805113"/>
          <p14:tracePt t="41003" x="3827463" y="2774950"/>
          <p14:tracePt t="41011" x="3832225" y="2754313"/>
          <p14:tracePt t="41020" x="3832225" y="2738438"/>
          <p14:tracePt t="41028" x="3832225" y="2719388"/>
          <p14:tracePt t="41037" x="3841750" y="2703513"/>
          <p14:tracePt t="41038" x="3841750" y="2698750"/>
          <p14:tracePt t="41046" x="3841750" y="2689225"/>
          <p14:tracePt t="41055" x="3841750" y="2673350"/>
          <p14:tracePt t="41062" x="3841750" y="2668588"/>
          <p14:tracePt t="41076" x="3848100" y="2659063"/>
          <p14:tracePt t="41083" x="3848100" y="2654300"/>
          <p14:tracePt t="41091" x="3848100" y="2643188"/>
          <p14:tracePt t="41099" x="3848100" y="2638425"/>
          <p14:tracePt t="41106" x="3848100" y="2633663"/>
          <p14:tracePt t="41114" x="3848100" y="2624138"/>
          <p14:tracePt t="41121" x="3848100" y="2617788"/>
          <p14:tracePt t="41129" x="3841750" y="2608263"/>
          <p14:tracePt t="41144" x="3841750" y="2603500"/>
          <p14:tracePt t="41151" x="3841750" y="2598738"/>
          <p14:tracePt t="41166" x="3836988" y="2592388"/>
          <p14:tracePt t="41180" x="3836988" y="2587625"/>
          <p14:tracePt t="41203" x="3836988" y="2582863"/>
          <p14:tracePt t="41225" x="3836988" y="2578100"/>
          <p14:tracePt t="41323" x="3832225" y="2578100"/>
          <p14:tracePt t="41332" x="3822700" y="2582863"/>
          <p14:tracePt t="41338" x="3822700" y="2603500"/>
          <p14:tracePt t="41346" x="3817938" y="2624138"/>
          <p14:tracePt t="41353" x="3802063" y="2647950"/>
          <p14:tracePt t="41361" x="3802063" y="2668588"/>
          <p14:tracePt t="41368" x="3787775" y="2698750"/>
          <p14:tracePt t="41376" x="3776663" y="2724150"/>
          <p14:tracePt t="41383" x="3776663" y="2744788"/>
          <p14:tracePt t="41399" x="3762375" y="2779713"/>
          <p14:tracePt t="41406" x="3756025" y="2794000"/>
          <p14:tracePt t="41414" x="3756025" y="2805113"/>
          <p14:tracePt t="41422" x="3751263" y="2824163"/>
          <p14:tracePt t="41430" x="3746500" y="2830513"/>
          <p14:tracePt t="41437" x="3746500" y="2835275"/>
          <p14:tracePt t="41445" x="3736975" y="2854325"/>
          <p14:tracePt t="41453" x="3732213" y="2870200"/>
          <p14:tracePt t="41461" x="3725863" y="2890838"/>
          <p14:tracePt t="41470" x="3716338" y="2914650"/>
          <p14:tracePt t="41479" x="3702050" y="2935288"/>
          <p14:tracePt t="41482" x="3695700" y="2965450"/>
          <p14:tracePt t="41489" x="3686175" y="2990850"/>
          <p14:tracePt t="41497" x="3681413" y="3021013"/>
          <p14:tracePt t="41504" x="3671888" y="3041650"/>
          <p14:tracePt t="41511" x="3671888" y="3055938"/>
          <p14:tracePt t="41520" x="3665538" y="3076575"/>
          <p14:tracePt t="41528" x="3665538" y="3090863"/>
          <p14:tracePt t="41537" x="3656013" y="3101975"/>
          <p14:tracePt t="41546" x="3651250" y="3127375"/>
          <p14:tracePt t="41549" x="3641725" y="3146425"/>
          <p14:tracePt t="41556" x="3635375" y="3171825"/>
          <p14:tracePt t="41564" x="3625850" y="3192463"/>
          <p14:tracePt t="41572" x="3621088" y="3222625"/>
          <p14:tracePt t="41579" x="3609975" y="3252788"/>
          <p14:tracePt t="41586" x="3605213" y="3278188"/>
          <p14:tracePt t="41595" x="3595688" y="3308350"/>
          <p14:tracePt t="41603" x="3590925" y="3343275"/>
          <p14:tracePt t="41611" x="3579813" y="3363913"/>
          <p14:tracePt t="41620" x="3579813" y="3378200"/>
          <p14:tracePt t="41629" x="3575050" y="3389313"/>
          <p14:tracePt t="41631" x="3575050" y="3403600"/>
          <p14:tracePt t="41639" x="3575050" y="3419475"/>
          <p14:tracePt t="41647" x="3575050" y="3424238"/>
          <p14:tracePt t="41654" x="3575050" y="3433763"/>
          <p14:tracePt t="41662" x="3570288" y="3449638"/>
          <p14:tracePt t="41670" x="3570288" y="3454400"/>
          <p14:tracePt t="41678" x="3570288" y="3463925"/>
          <p14:tracePt t="41687" x="3565525" y="3475038"/>
          <p14:tracePt t="41695" x="3565525" y="3484563"/>
          <p14:tracePt t="41703" x="3565525" y="3498850"/>
          <p14:tracePt t="41713" x="3565525" y="3509963"/>
          <p14:tracePt t="41714" x="3556000" y="3524250"/>
          <p14:tracePt t="41721" x="3556000" y="3535363"/>
          <p14:tracePt t="41729" x="3556000" y="3549650"/>
          <p14:tracePt t="41736" x="3549650" y="3565525"/>
          <p14:tracePt t="41745" x="3549650" y="3575050"/>
          <p14:tracePt t="41753" x="3549650" y="3589338"/>
          <p14:tracePt t="41761" x="3549650" y="3600450"/>
          <p14:tracePt t="41770" x="3544888" y="3614738"/>
          <p14:tracePt t="41778" x="3544888" y="3630613"/>
          <p14:tracePt t="41781" x="3544888" y="3640138"/>
          <p14:tracePt t="41789" x="3544888" y="3675063"/>
          <p14:tracePt t="41796" x="3544888" y="3695700"/>
          <p14:tracePt t="41804" x="3544888" y="3711575"/>
          <p14:tracePt t="41811" x="3535363" y="3730625"/>
          <p14:tracePt t="41820" x="3535363" y="3760788"/>
          <p14:tracePt t="41828" x="3535363" y="3781425"/>
          <p14:tracePt t="41836" x="3535363" y="3806825"/>
          <p14:tracePt t="41845" x="3535363" y="3816350"/>
          <p14:tracePt t="41853" x="3535363" y="3841750"/>
          <p14:tracePt t="41861" x="3535363" y="3851275"/>
          <p14:tracePt t="41870" x="3535363" y="3857625"/>
          <p14:tracePt t="41872" x="3535363" y="3871913"/>
          <p14:tracePt t="41879" x="3535363" y="3876675"/>
          <p14:tracePt t="41887" x="3535363" y="3881438"/>
          <p14:tracePt t="41894" x="3535363" y="3887788"/>
          <p14:tracePt t="41903" x="3535363" y="3892550"/>
          <p14:tracePt t="41912" x="3535363" y="3906838"/>
          <p14:tracePt t="41920" x="3535363" y="3911600"/>
          <p14:tracePt t="41929" x="3530600" y="3922713"/>
          <p14:tracePt t="41931" x="3530600" y="3937000"/>
          <p14:tracePt t="41939" x="3530600" y="3948113"/>
          <p14:tracePt t="41946" x="3530600" y="3957638"/>
          <p14:tracePt t="41953" x="3530600" y="3967163"/>
          <p14:tracePt t="41961" x="3519488" y="3983038"/>
          <p14:tracePt t="41969" x="3519488" y="3997325"/>
          <p14:tracePt t="41978" x="3519488" y="4013200"/>
          <p14:tracePt t="41991" x="3514725" y="4017963"/>
          <p14:tracePt t="41998" x="3514725" y="4022725"/>
          <p14:tracePt t="42006" x="3514725" y="4027488"/>
          <p14:tracePt t="42036" x="3514725" y="4033838"/>
          <p14:tracePt t="42050" x="3509963" y="4033838"/>
          <p14:tracePt t="42149" x="3509963" y="4043363"/>
          <p14:tracePt t="42240" x="3505200" y="4043363"/>
          <p14:tracePt t="42277" x="3505200" y="4048125"/>
          <p14:tracePt t="42291" x="3505200" y="4052888"/>
          <p14:tracePt t="42299" x="3500438" y="4057650"/>
          <p14:tracePt t="42313" x="3500438" y="4064000"/>
          <p14:tracePt t="42321" x="3500438" y="4068763"/>
          <p14:tracePt t="42328" x="3495675" y="4073525"/>
          <p14:tracePt t="42366" x="3495675" y="4078288"/>
          <p14:tracePt t="42518" x="3495675" y="4073525"/>
          <p14:tracePt t="42524" x="3500438" y="4064000"/>
          <p14:tracePt t="42531" x="3509963" y="4038600"/>
          <p14:tracePt t="42540" x="3514725" y="4008438"/>
          <p14:tracePt t="42546" x="3530600" y="3978275"/>
          <p14:tracePt t="42554" x="3540125" y="3932238"/>
          <p14:tracePt t="42562" x="3549650" y="3876675"/>
          <p14:tracePt t="42570" x="3570288" y="3832225"/>
          <p14:tracePt t="42578" x="3579813" y="3760788"/>
          <p14:tracePt t="42587" x="3600450" y="3690938"/>
          <p14:tracePt t="42595" x="3616325" y="3630613"/>
          <p14:tracePt t="42603" x="3641725" y="3559175"/>
          <p14:tracePt t="42611" x="3646488" y="3505200"/>
          <p14:tracePt t="42614" x="3656013" y="3449638"/>
          <p14:tracePt t="42621" x="3665538" y="3394075"/>
          <p14:tracePt t="42629" x="3676650" y="3348038"/>
          <p14:tracePt t="42637" x="3686175" y="3303588"/>
          <p14:tracePt t="42645" x="3686175" y="3273425"/>
          <p14:tracePt t="42653" x="3690938" y="3243263"/>
          <p14:tracePt t="42661" x="3702050" y="3213100"/>
          <p14:tracePt t="42670" x="3706813" y="3167063"/>
          <p14:tracePt t="42678" x="3706813" y="3136900"/>
          <p14:tracePt t="42682" x="3716338" y="3097213"/>
          <p14:tracePt t="42689" x="3732213" y="3021013"/>
          <p14:tracePt t="42697" x="3741738" y="2990850"/>
          <p14:tracePt t="42704" x="3746500" y="2960688"/>
          <p14:tracePt t="42712" x="3756025" y="2930525"/>
          <p14:tracePt t="42720" x="3762375" y="2905125"/>
          <p14:tracePt t="42728" x="3771900" y="2884488"/>
          <p14:tracePt t="42736" x="3771900" y="2870200"/>
          <p14:tracePt t="42745" x="3771900" y="2849563"/>
          <p14:tracePt t="42753" x="3776663" y="2835275"/>
          <p14:tracePt t="42755" x="3787775" y="2824163"/>
          <p14:tracePt t="42763" x="3787775" y="2809875"/>
          <p14:tracePt t="42771" x="3792538" y="2789238"/>
          <p14:tracePt t="42778" x="3792538" y="2763838"/>
          <p14:tracePt t="42787" x="3802063" y="2744788"/>
          <p14:tracePt t="42795" x="3806825" y="2724150"/>
          <p14:tracePt t="42803" x="3817938" y="2689225"/>
          <p14:tracePt t="42811" x="3822700" y="2668588"/>
          <p14:tracePt t="42820" x="3822700" y="2647950"/>
          <p14:tracePt t="42828" x="3827463" y="2624138"/>
          <p14:tracePt t="42836" x="3836988" y="2613025"/>
          <p14:tracePt t="42839" x="3841750" y="2598738"/>
          <p14:tracePt t="42846" x="3841750" y="2582863"/>
          <p14:tracePt t="42854" x="3848100" y="2578100"/>
          <p14:tracePt t="42861" x="3848100" y="2573338"/>
          <p14:tracePt t="42869" x="3848100" y="2562225"/>
          <p14:tracePt t="42878" x="3852863" y="2547938"/>
          <p14:tracePt t="42886" x="3852863" y="2538413"/>
          <p14:tracePt t="42895" x="3862388" y="2522538"/>
          <p14:tracePt t="42903" x="3862388" y="2513013"/>
          <p14:tracePt t="42912" x="3867150" y="2497138"/>
          <p14:tracePt t="42920" x="3867150" y="2482850"/>
          <p14:tracePt t="42921" x="3878263" y="2471738"/>
          <p14:tracePt t="42929" x="3878263" y="2466975"/>
          <p14:tracePt t="42936" x="3878263" y="2457450"/>
          <p14:tracePt t="42945" x="3878263" y="2452688"/>
          <p14:tracePt t="42958" x="3878263" y="2446338"/>
          <p14:tracePt t="43033" x="3871913" y="2446338"/>
          <p14:tracePt t="43041" x="3867150" y="2466975"/>
          <p14:tracePt t="43048" x="3852863" y="2482850"/>
          <p14:tracePt t="43056" x="3827463" y="2547938"/>
          <p14:tracePt t="43063" x="3811588" y="2578100"/>
          <p14:tracePt t="43071" x="3806825" y="2613025"/>
          <p14:tracePt t="43078" x="3797300" y="2654300"/>
          <p14:tracePt t="43087" x="3787775" y="2684463"/>
          <p14:tracePt t="43094" x="3781425" y="2728913"/>
          <p14:tracePt t="43104" x="3771900" y="2759075"/>
          <p14:tracePt t="43111" x="3771900" y="2789238"/>
          <p14:tracePt t="43119" x="3767138" y="2814638"/>
          <p14:tracePt t="43128" x="3767138" y="2835275"/>
          <p14:tracePt t="43136" x="3767138" y="2854325"/>
          <p14:tracePt t="43147" x="3756025" y="2890838"/>
          <p14:tracePt t="43161" x="3751263" y="2914650"/>
          <p14:tracePt t="43168" x="3751263" y="2930525"/>
          <p14:tracePt t="43175" x="3741738" y="2951163"/>
          <p14:tracePt t="43183" x="3741738" y="2960688"/>
          <p14:tracePt t="43190" x="3741738" y="2970213"/>
          <p14:tracePt t="43198" x="3741738" y="2986088"/>
          <p14:tracePt t="43205" x="3736975" y="2990850"/>
          <p14:tracePt t="43213" x="3736975" y="3000375"/>
          <p14:tracePt t="43221" x="3736975" y="3006725"/>
          <p14:tracePt t="43229" x="3736975" y="3021013"/>
          <p14:tracePt t="43236" x="3732213" y="3030538"/>
          <p14:tracePt t="43244" x="3732213" y="3051175"/>
          <p14:tracePt t="43253" x="3732213" y="3060700"/>
          <p14:tracePt t="43261" x="3725863" y="3071813"/>
          <p14:tracePt t="43270" x="3725863" y="3086100"/>
          <p14:tracePt t="43278" x="3725863" y="3101975"/>
          <p14:tracePt t="43287" x="3725863" y="3106738"/>
          <p14:tracePt t="43289" x="3716338" y="3122613"/>
          <p14:tracePt t="43296" x="3716338" y="3141663"/>
          <p14:tracePt t="43305" x="3716338" y="3152775"/>
          <p14:tracePt t="43311" x="3711575" y="3167063"/>
          <p14:tracePt t="43321" x="3711575" y="3182938"/>
          <p14:tracePt t="43327" x="3706813" y="3201988"/>
          <p14:tracePt t="43337" x="3695700" y="3217863"/>
          <p14:tracePt t="43345" x="3690938" y="3236913"/>
          <p14:tracePt t="43353" x="3681413" y="3262313"/>
          <p14:tracePt t="43356" x="3676650" y="3292475"/>
          <p14:tracePt t="43364" x="3665538" y="3322638"/>
          <p14:tracePt t="43371" x="3651250" y="3343275"/>
          <p14:tracePt t="43378" x="3646488" y="3378200"/>
          <p14:tracePt t="43386" x="3635375" y="3408363"/>
          <p14:tracePt t="43395" x="3621088" y="3438525"/>
          <p14:tracePt t="43403" x="3609975" y="3463925"/>
          <p14:tracePt t="43411" x="3605213" y="3494088"/>
          <p14:tracePt t="43420" x="3590925" y="3554413"/>
          <p14:tracePt t="43429" x="3579813" y="3579813"/>
          <p14:tracePt t="43431" x="3575050" y="3609975"/>
          <p14:tracePt t="43439" x="3565525" y="3640138"/>
          <p14:tracePt t="43446" x="3560763" y="3670300"/>
          <p14:tracePt t="43453" x="3549650" y="3695700"/>
          <p14:tracePt t="43462" x="3549650" y="3705225"/>
          <p14:tracePt t="43469" x="3544888" y="3721100"/>
          <p14:tracePt t="43478" x="3544888" y="3741738"/>
          <p14:tracePt t="43486" x="3544888" y="3746500"/>
          <p14:tracePt t="43495" x="3544888" y="3751263"/>
          <p14:tracePt t="43502" x="3544888" y="3767138"/>
          <p14:tracePt t="43511" x="3540125" y="3771900"/>
          <p14:tracePt t="43513" x="3530600" y="3790950"/>
          <p14:tracePt t="43521" x="3525838" y="3811588"/>
          <p14:tracePt t="43528" x="3519488" y="3836988"/>
          <p14:tracePt t="43537" x="3500438" y="3867150"/>
          <p14:tracePt t="43544" x="3495675" y="3897313"/>
          <p14:tracePt t="43554" x="3484563" y="3927475"/>
          <p14:tracePt t="43562" x="3479800" y="3952875"/>
          <p14:tracePt t="43570" x="3470275" y="3973513"/>
          <p14:tracePt t="43578" x="3465513" y="3987800"/>
          <p14:tracePt t="43586" x="3465513" y="3997325"/>
          <p14:tracePt t="43588" x="3459163" y="4008438"/>
          <p14:tracePt t="43590" x="3459163" y="4013200"/>
          <p14:tracePt t="43611" x="3459163" y="4017963"/>
          <p14:tracePt t="43793" x="3459163" y="4013200"/>
          <p14:tracePt t="43799" x="3459163" y="4003675"/>
          <p14:tracePt t="43807" x="3465513" y="4003675"/>
          <p14:tracePt t="43814" x="3465513" y="3997325"/>
          <p14:tracePt t="43822" x="3470275" y="3992563"/>
          <p14:tracePt t="43828" x="3475038" y="3987800"/>
          <p14:tracePt t="43837" x="3484563" y="3967163"/>
          <p14:tracePt t="43844" x="3489325" y="3952875"/>
          <p14:tracePt t="43853" x="3500438" y="3932238"/>
          <p14:tracePt t="43861" x="3505200" y="3902075"/>
          <p14:tracePt t="43870" x="3519488" y="3876675"/>
          <p14:tracePt t="43878" x="3530600" y="3857625"/>
          <p14:tracePt t="43881" x="3535363" y="3836988"/>
          <p14:tracePt t="43889" x="3540125" y="3811588"/>
          <p14:tracePt t="43897" x="3549650" y="3790950"/>
          <p14:tracePt t="43904" x="3549650" y="3771900"/>
          <p14:tracePt t="43912" x="3556000" y="3746500"/>
          <p14:tracePt t="43919" x="3565525" y="3725863"/>
          <p14:tracePt t="43929" x="3565525" y="3700463"/>
          <p14:tracePt t="43936" x="3570288" y="3670300"/>
          <p14:tracePt t="43945" x="3570288" y="3651250"/>
          <p14:tracePt t="43953" x="3590925" y="3579813"/>
          <p14:tracePt t="43962" x="3590925" y="3535363"/>
          <p14:tracePt t="43964" x="3595688" y="3505200"/>
          <p14:tracePt t="43973" x="3595688" y="3475038"/>
          <p14:tracePt t="43979" x="3605213" y="3444875"/>
          <p14:tracePt t="43987" x="3609975" y="3398838"/>
          <p14:tracePt t="43995" x="3609975" y="3368675"/>
          <p14:tracePt t="44003" x="3609975" y="3338513"/>
          <p14:tracePt t="44012" x="3621088" y="3317875"/>
          <p14:tracePt t="44020" x="3625850" y="3278188"/>
          <p14:tracePt t="44028" x="3635375" y="3248025"/>
          <p14:tracePt t="44037" x="3646488" y="3201988"/>
          <p14:tracePt t="44040" x="3646488" y="3162300"/>
          <p14:tracePt t="44047" x="3656013" y="3106738"/>
          <p14:tracePt t="44054" x="3660775" y="3060700"/>
          <p14:tracePt t="44061" x="3671888" y="3006725"/>
          <p14:tracePt t="44070" x="3681413" y="2960688"/>
          <p14:tracePt t="44078" x="3690938" y="2890838"/>
          <p14:tracePt t="44087" x="3702050" y="2835275"/>
          <p14:tracePt t="44095" x="3711575" y="2789238"/>
          <p14:tracePt t="44103" x="3716338" y="2749550"/>
          <p14:tracePt t="44107" x="3725863" y="2703513"/>
          <p14:tracePt t="44114" x="3725863" y="2684463"/>
          <p14:tracePt t="44121" x="3736975" y="2654300"/>
          <p14:tracePt t="44129" x="3741738" y="2617788"/>
          <p14:tracePt t="44137" x="3741738" y="2603500"/>
          <p14:tracePt t="44145" x="3746500" y="2587625"/>
          <p14:tracePt t="44153" x="3746500" y="2568575"/>
          <p14:tracePt t="44162" x="3756025" y="2547938"/>
          <p14:tracePt t="44170" x="3762375" y="2513013"/>
          <p14:tracePt t="44178" x="3776663" y="2492375"/>
          <p14:tracePt t="44181" x="3787775" y="2471738"/>
          <p14:tracePt t="44189" x="3792538" y="2446338"/>
          <p14:tracePt t="44197" x="3802063" y="2427288"/>
          <p14:tracePt t="44204" x="3806825" y="2411413"/>
          <p14:tracePt t="44212" x="3811588" y="2397125"/>
          <p14:tracePt t="44220" x="3822700" y="2392363"/>
          <p14:tracePt t="44229" x="3822700" y="2386013"/>
          <p14:tracePt t="44237" x="3822700" y="2381250"/>
          <p14:tracePt t="44256" x="3822700" y="2376488"/>
          <p14:tracePt t="44331" x="3822700" y="2381250"/>
          <p14:tracePt t="44339" x="3822700" y="2397125"/>
          <p14:tracePt t="44346" x="3817938" y="2416175"/>
          <p14:tracePt t="44354" x="3811588" y="2446338"/>
          <p14:tracePt t="44362" x="3802063" y="2492375"/>
          <p14:tracePt t="44368" x="3792538" y="2547938"/>
          <p14:tracePt t="44376" x="3792538" y="2587625"/>
          <p14:tracePt t="44383" x="3781425" y="2647950"/>
          <p14:tracePt t="44391" x="3771900" y="2703513"/>
          <p14:tracePt t="44398" x="3762375" y="2759075"/>
          <p14:tracePt t="44406" x="3751263" y="2814638"/>
          <p14:tracePt t="44414" x="3746500" y="2860675"/>
          <p14:tracePt t="44421" x="3736975" y="2905125"/>
          <p14:tracePt t="44430" x="3725863" y="2946400"/>
          <p14:tracePt t="44436" x="3721100" y="2990850"/>
          <p14:tracePt t="44445" x="3711575" y="3036888"/>
          <p14:tracePt t="44453" x="3690938" y="3067050"/>
          <p14:tracePt t="44461" x="3686175" y="3122613"/>
          <p14:tracePt t="44469" x="3665538" y="3182938"/>
          <p14:tracePt t="44479" x="3646488" y="3252788"/>
          <p14:tracePt t="44487" x="3625850" y="3322638"/>
          <p14:tracePt t="44489" x="3586163" y="3463925"/>
          <p14:tracePt t="44496" x="3575050" y="3519488"/>
          <p14:tracePt t="44504" x="3556000" y="3579813"/>
          <p14:tracePt t="44512" x="3544888" y="3651250"/>
          <p14:tracePt t="44520" x="3535363" y="3690938"/>
          <p14:tracePt t="44528" x="3535363" y="3746500"/>
          <p14:tracePt t="44536" x="3530600" y="3776663"/>
          <p14:tracePt t="44545" x="3519488" y="3811588"/>
          <p14:tracePt t="44553" x="3519488" y="3841750"/>
          <p14:tracePt t="44564" x="3514725" y="3876675"/>
          <p14:tracePt t="44571" x="3514725" y="3897313"/>
          <p14:tracePt t="44579" x="3505200" y="3917950"/>
          <p14:tracePt t="44587" x="3500438" y="3943350"/>
          <p14:tracePt t="44594" x="3500438" y="3962400"/>
          <p14:tracePt t="44603" x="3489325" y="3992563"/>
          <p14:tracePt t="44611" x="3484563" y="4013200"/>
          <p14:tracePt t="44620" x="3475038" y="4038600"/>
          <p14:tracePt t="44628" x="3475038" y="4057650"/>
          <p14:tracePt t="44631" x="3470275" y="4073525"/>
          <p14:tracePt t="44638" x="3470275" y="4078288"/>
          <p14:tracePt t="44646" x="3465513" y="4089400"/>
          <p14:tracePt t="44653" x="3465513" y="4098925"/>
          <p14:tracePt t="44661" x="3465513" y="4103688"/>
          <p14:tracePt t="44669" x="3459163" y="4113213"/>
          <p14:tracePt t="44698" x="3459163" y="4119563"/>
          <p14:tracePt t="44729" x="3459163" y="4124325"/>
          <p14:tracePt t="45157" x="3465513" y="4119563"/>
          <p14:tracePt t="45172" x="3465513" y="4113213"/>
          <p14:tracePt t="45179" x="3470275" y="4108450"/>
          <p14:tracePt t="45187" x="3470275" y="4103688"/>
          <p14:tracePt t="45193" x="3475038" y="4094163"/>
          <p14:tracePt t="45201" x="3479800" y="4083050"/>
          <p14:tracePt t="45208" x="3489325" y="4064000"/>
          <p14:tracePt t="45216" x="3495675" y="4052888"/>
          <p14:tracePt t="45223" x="3500438" y="4038600"/>
          <p14:tracePt t="45231" x="3500438" y="4033838"/>
          <p14:tracePt t="45239" x="3509963" y="4017963"/>
          <p14:tracePt t="45246" x="3514725" y="4008438"/>
          <p14:tracePt t="45254" x="3514725" y="3992563"/>
          <p14:tracePt t="45261" x="3519488" y="3978275"/>
          <p14:tracePt t="45270" x="3530600" y="3948113"/>
          <p14:tracePt t="45278" x="3535363" y="3927475"/>
          <p14:tracePt t="45286" x="3544888" y="3897313"/>
          <p14:tracePt t="45295" x="3544888" y="3867150"/>
          <p14:tracePt t="45303" x="3560763" y="3821113"/>
          <p14:tracePt t="45306" x="3560763" y="3767138"/>
          <p14:tracePt t="45314" x="3579813" y="3721100"/>
          <p14:tracePt t="45322" x="3590925" y="3681413"/>
          <p14:tracePt t="45329" x="3605213" y="3621088"/>
          <p14:tracePt t="45337" x="3616325" y="3565525"/>
          <p14:tracePt t="45345" x="3625850" y="3509963"/>
          <p14:tracePt t="45353" x="3646488" y="3463925"/>
          <p14:tracePt t="45361" x="3651250" y="3419475"/>
          <p14:tracePt t="45370" x="3660775" y="3363913"/>
          <p14:tracePt t="45378" x="3671888" y="3333750"/>
          <p14:tracePt t="45380" x="3681413" y="3287713"/>
          <p14:tracePt t="45389" x="3686175" y="3213100"/>
          <p14:tracePt t="45396" x="3706813" y="3171825"/>
          <p14:tracePt t="45404" x="3711575" y="3141663"/>
          <p14:tracePt t="45411" x="3721100" y="3106738"/>
          <p14:tracePt t="45420" x="3736975" y="3076575"/>
          <p14:tracePt t="45428" x="3746500" y="3046413"/>
          <p14:tracePt t="45436" x="3762375" y="3011488"/>
          <p14:tracePt t="45446" x="3762375" y="2990850"/>
          <p14:tracePt t="45448" x="3776663" y="2965450"/>
          <p14:tracePt t="45457" x="3781425" y="2946400"/>
          <p14:tracePt t="45464" x="3781425" y="2930525"/>
          <p14:tracePt t="45471" x="3792538" y="2909888"/>
          <p14:tracePt t="45479" x="3797300" y="2895600"/>
          <p14:tracePt t="45486" x="3797300" y="2874963"/>
          <p14:tracePt t="45495" x="3806825" y="2860675"/>
          <p14:tracePt t="45503" x="3811588" y="2844800"/>
          <p14:tracePt t="45511" x="3817938" y="2835275"/>
          <p14:tracePt t="45520" x="3817938" y="2819400"/>
          <p14:tracePt t="45528" x="3827463" y="2805113"/>
          <p14:tracePt t="45537" x="3827463" y="2794000"/>
          <p14:tracePt t="45545" x="3832225" y="2789238"/>
          <p14:tracePt t="45546" x="3832225" y="2784475"/>
          <p14:tracePt t="45554" x="3836988" y="2768600"/>
          <p14:tracePt t="45561" x="3836988" y="2763838"/>
          <p14:tracePt t="45570" x="3841750" y="2744788"/>
          <p14:tracePt t="45578" x="3848100" y="2733675"/>
          <p14:tracePt t="45586" x="3848100" y="2719388"/>
          <p14:tracePt t="45595" x="3848100" y="2714625"/>
          <p14:tracePt t="45603" x="3857625" y="2708275"/>
          <p14:tracePt t="45611" x="3857625" y="2698750"/>
          <p14:tracePt t="45622" x="3857625" y="2689225"/>
          <p14:tracePt t="45636" x="3857625" y="2684463"/>
          <p14:tracePt t="45688" x="3857625" y="2678113"/>
          <p14:tracePt t="45703" x="3852863" y="2673350"/>
          <p14:tracePt t="45711" x="3852863" y="2663825"/>
          <p14:tracePt t="45726" x="3848100" y="2647950"/>
          <p14:tracePt t="45733" x="3841750" y="2643188"/>
          <p14:tracePt t="45741" x="3841750" y="2638425"/>
          <p14:tracePt t="45749" x="3832225" y="2624138"/>
          <p14:tracePt t="45756" x="3827463" y="2617788"/>
          <p14:tracePt t="45772" x="3817938" y="2608263"/>
          <p14:tracePt t="45779" x="3811588" y="2603500"/>
          <p14:tracePt t="45793" x="3806825" y="2598738"/>
          <p14:tracePt t="45808" x="3806825" y="2592388"/>
          <p14:tracePt t="45831" x="3806825" y="2582863"/>
          <p14:tracePt t="45936" x="3802063" y="2582863"/>
          <p14:tracePt t="45965" x="3802063" y="2578100"/>
          <p14:tracePt t="46214" x="3797300" y="2603500"/>
          <p14:tracePt t="46221" x="3787775" y="2643188"/>
          <p14:tracePt t="46229" x="3776663" y="2689225"/>
          <p14:tracePt t="46237" x="3771900" y="2719388"/>
          <p14:tracePt t="46243" x="3751263" y="2763838"/>
          <p14:tracePt t="46251" x="3741738" y="2809875"/>
          <p14:tracePt t="46258" x="3725863" y="2854325"/>
          <p14:tracePt t="46265" x="3716338" y="2900363"/>
          <p14:tracePt t="46274" x="3706813" y="2940050"/>
          <p14:tracePt t="46281" x="3690938" y="2986088"/>
          <p14:tracePt t="46289" x="3665538" y="3051175"/>
          <p14:tracePt t="46296" x="3656013" y="3106738"/>
          <p14:tracePt t="46304" x="3656013" y="3152775"/>
          <p14:tracePt t="46311" x="3646488" y="3182938"/>
          <p14:tracePt t="46320" x="3641725" y="3222625"/>
          <p14:tracePt t="46328" x="3641725" y="3268663"/>
          <p14:tracePt t="46336" x="3630613" y="3298825"/>
          <p14:tracePt t="46345" x="3625850" y="3328988"/>
          <p14:tracePt t="46353" x="3616325" y="3348038"/>
          <p14:tracePt t="46361" x="3609975" y="3382963"/>
          <p14:tracePt t="46363" x="3609975" y="3403600"/>
          <p14:tracePt t="46371" x="3600450" y="3424238"/>
          <p14:tracePt t="46379" x="3595688" y="3449638"/>
          <p14:tracePt t="46386" x="3595688" y="3468688"/>
          <p14:tracePt t="46395" x="3586163" y="3489325"/>
          <p14:tracePt t="46403" x="3579813" y="3514725"/>
          <p14:tracePt t="46411" x="3570288" y="3535363"/>
          <p14:tracePt t="46420" x="3565525" y="3554413"/>
          <p14:tracePt t="46428" x="3549650" y="3579813"/>
          <p14:tracePt t="46436" x="3549650" y="3600450"/>
          <p14:tracePt t="46445" x="3540125" y="3625850"/>
          <p14:tracePt t="46447" x="3535363" y="3635375"/>
          <p14:tracePt t="46453" x="3530600" y="3651250"/>
          <p14:tracePt t="46461" x="3519488" y="3665538"/>
          <p14:tracePt t="46470" x="3514725" y="3675063"/>
          <p14:tracePt t="46478" x="3514725" y="3690938"/>
          <p14:tracePt t="46491" x="3509963" y="3695700"/>
          <p14:tracePt t="46498" x="3509963" y="3705225"/>
          <p14:tracePt t="46514" x="3505200" y="3721100"/>
          <p14:tracePt t="46521" x="3505200" y="3725863"/>
          <p14:tracePt t="46529" x="3495675" y="3735388"/>
          <p14:tracePt t="46537" x="3495675" y="3746500"/>
          <p14:tracePt t="46543" x="3495675" y="3756025"/>
          <p14:tracePt t="46552" x="3489325" y="3760788"/>
          <p14:tracePt t="46558" x="3489325" y="3767138"/>
          <p14:tracePt t="46574" x="3489325" y="3781425"/>
          <p14:tracePt t="46581" x="3489325" y="3786188"/>
          <p14:tracePt t="46589" x="3484563" y="3790950"/>
          <p14:tracePt t="46603" x="3484563" y="3797300"/>
          <p14:tracePt t="46619" x="3484563" y="3802063"/>
          <p14:tracePt t="46633" x="3484563" y="3806825"/>
          <p14:tracePt t="46641" x="3484563" y="3811588"/>
          <p14:tracePt t="46648" x="3484563" y="3827463"/>
          <p14:tracePt t="46656" x="3484563" y="3836988"/>
          <p14:tracePt t="46664" x="3479800" y="3841750"/>
          <p14:tracePt t="46671" x="3479800" y="3846513"/>
          <p14:tracePt t="46679" x="3479800" y="3851275"/>
          <p14:tracePt t="46686" x="3479800" y="3862388"/>
          <p14:tracePt t="46695" x="3479800" y="3867150"/>
          <p14:tracePt t="46703" x="3479800" y="3871913"/>
          <p14:tracePt t="46724" x="3479800" y="3876675"/>
          <p14:tracePt t="46755" x="3479800" y="3881438"/>
          <p14:tracePt t="46791" x="3479800" y="3887788"/>
          <p14:tracePt t="46806" x="3479800" y="3892550"/>
          <p14:tracePt t="46821" x="3479800" y="3902075"/>
          <p14:tracePt t="46835" x="3479800" y="3906838"/>
          <p14:tracePt t="46858" x="3479800" y="3911600"/>
          <p14:tracePt t="46874" x="3479800" y="3917950"/>
          <p14:tracePt t="46904" x="3479800" y="3922713"/>
          <p14:tracePt t="46911" x="3484563" y="3922713"/>
          <p14:tracePt t="46918" x="3484563" y="3927475"/>
          <p14:tracePt t="46941" x="3484563" y="3932238"/>
          <p14:tracePt t="46956" x="3484563" y="3943350"/>
          <p14:tracePt t="46971" x="3484563" y="3948113"/>
          <p14:tracePt t="46994" x="3484563" y="3952875"/>
          <p14:tracePt t="47062" x="3489325" y="3952875"/>
          <p14:tracePt t="47220" x="3489325" y="3957638"/>
          <p14:tracePt t="47294" x="3489325" y="3962400"/>
          <p14:tracePt t="47323" x="3489325" y="3967163"/>
          <p14:tracePt t="47332" x="3495675" y="3973513"/>
          <p14:tracePt t="47346" x="3495675" y="3983038"/>
          <p14:tracePt t="47362" x="3505200" y="3987800"/>
          <p14:tracePt t="47392" x="3505200" y="3992563"/>
          <p14:tracePt t="48053" x="3509963" y="3967163"/>
          <p14:tracePt t="48059" x="3514725" y="3937000"/>
          <p14:tracePt t="48067" x="3525838" y="3906838"/>
          <p14:tracePt t="48074" x="3535363" y="3862388"/>
          <p14:tracePt t="48081" x="3540125" y="3832225"/>
          <p14:tracePt t="48089" x="3560763" y="3730625"/>
          <p14:tracePt t="48096" x="3570288" y="3690938"/>
          <p14:tracePt t="48104" x="3570288" y="3644900"/>
          <p14:tracePt t="48112" x="3575050" y="3605213"/>
          <p14:tracePt t="48120" x="3575050" y="3575050"/>
          <p14:tracePt t="48128" x="3586163" y="3544888"/>
          <p14:tracePt t="48136" x="3586163" y="3514725"/>
          <p14:tracePt t="48145" x="3586163" y="3489325"/>
          <p14:tracePt t="48153" x="3590925" y="3468688"/>
          <p14:tracePt t="48162" x="3590925" y="3449638"/>
          <p14:tracePt t="48164" x="3590925" y="3424238"/>
          <p14:tracePt t="48172" x="3590925" y="3403600"/>
          <p14:tracePt t="48179" x="3600450" y="3373438"/>
          <p14:tracePt t="48187" x="3600450" y="3343275"/>
          <p14:tracePt t="48195" x="3605213" y="3313113"/>
          <p14:tracePt t="48203" x="3625850" y="3252788"/>
          <p14:tracePt t="48212" x="3625850" y="3222625"/>
          <p14:tracePt t="48220" x="3646488" y="3182938"/>
          <p14:tracePt t="48229" x="3651250" y="3152775"/>
          <p14:tracePt t="48232" x="3660775" y="3122613"/>
          <p14:tracePt t="48239" x="3665538" y="3086100"/>
          <p14:tracePt t="48247" x="3665538" y="3055938"/>
          <p14:tracePt t="48254" x="3676650" y="3036888"/>
          <p14:tracePt t="48261" x="3676650" y="3006725"/>
          <p14:tracePt t="48270" x="3681413" y="2970213"/>
          <p14:tracePt t="48278" x="3681413" y="2960688"/>
          <p14:tracePt t="48286" x="3690938" y="2935288"/>
          <p14:tracePt t="48295" x="3690938" y="2914650"/>
          <p14:tracePt t="48304" x="3695700" y="2890838"/>
          <p14:tracePt t="48313" x="3695700" y="2870200"/>
          <p14:tracePt t="48314" x="3706813" y="2849563"/>
          <p14:tracePt t="48321" x="3711575" y="2835275"/>
          <p14:tracePt t="48329" x="3711575" y="2814638"/>
          <p14:tracePt t="48336" x="3716338" y="2800350"/>
          <p14:tracePt t="48345" x="3716338" y="2784475"/>
          <p14:tracePt t="48353" x="3725863" y="2774950"/>
          <p14:tracePt t="48361" x="3725863" y="2759075"/>
          <p14:tracePt t="48370" x="3725863" y="2749550"/>
          <p14:tracePt t="48378" x="3725863" y="2733675"/>
          <p14:tracePt t="48381" x="3732213" y="2719388"/>
          <p14:tracePt t="48388" x="3732213" y="2714625"/>
          <p14:tracePt t="48396" x="3732213" y="2693988"/>
          <p14:tracePt t="48404" x="3732213" y="2689225"/>
          <p14:tracePt t="48412" x="3732213" y="2678113"/>
          <p14:tracePt t="48420" x="3732213" y="2663825"/>
          <p14:tracePt t="48428" x="3732213" y="2659063"/>
          <p14:tracePt t="48436" x="3732213" y="2647950"/>
          <p14:tracePt t="48445" x="3721100" y="2633663"/>
          <p14:tracePt t="48450" x="3716338" y="2613025"/>
          <p14:tracePt t="48456" x="3716338" y="2603500"/>
          <p14:tracePt t="48464" x="3711575" y="2598738"/>
          <p14:tracePt t="48471" x="3695700" y="2582863"/>
          <p14:tracePt t="48479" x="3695700" y="2578100"/>
          <p14:tracePt t="48486" x="3686175" y="2562225"/>
          <p14:tracePt t="48495" x="3681413" y="2552700"/>
          <p14:tracePt t="48503" x="3665538" y="2538413"/>
          <p14:tracePt t="48511" x="3660775" y="2532063"/>
          <p14:tracePt t="48520" x="3646488" y="2517775"/>
          <p14:tracePt t="48528" x="3625850" y="2513013"/>
          <p14:tracePt t="48537" x="3609975" y="2497138"/>
          <p14:tracePt t="48539" x="3586163" y="2482850"/>
          <p14:tracePt t="48546" x="3565525" y="2471738"/>
          <p14:tracePt t="48554" x="3540125" y="2466975"/>
          <p14:tracePt t="48562" x="3519488" y="2457450"/>
          <p14:tracePt t="48570" x="3505200" y="2452688"/>
          <p14:tracePt t="48578" x="3495675" y="2446338"/>
          <p14:tracePt t="48586" x="3484563" y="2436813"/>
          <p14:tracePt t="48594" x="3479800" y="2436813"/>
          <p14:tracePt t="48603" x="3475038" y="2432050"/>
          <p14:tracePt t="48611" x="3470275" y="2432050"/>
          <p14:tracePt t="48621" x="3470275" y="2427288"/>
          <p14:tracePt t="48629" x="3465513" y="2427288"/>
          <p14:tracePt t="48636" x="3465513" y="2422525"/>
          <p14:tracePt t="48652" x="3465513" y="2416175"/>
          <p14:tracePt t="48658" x="3465513" y="2411413"/>
          <p14:tracePt t="48666" x="3465513" y="2397125"/>
          <p14:tracePt t="48674" x="3470275" y="2392363"/>
          <p14:tracePt t="48681" x="3475038" y="2381250"/>
          <p14:tracePt t="48688" x="3489325" y="2366963"/>
          <p14:tracePt t="48696" x="3505200" y="2351088"/>
          <p14:tracePt t="48703" x="3519488" y="2336800"/>
          <p14:tracePt t="48712" x="3535363" y="2332038"/>
          <p14:tracePt t="48719" x="3556000" y="2320925"/>
          <p14:tracePt t="48729" x="3579813" y="2306638"/>
          <p14:tracePt t="48736" x="3600450" y="2301875"/>
          <p14:tracePt t="48745" x="3630613" y="2301875"/>
          <p14:tracePt t="48753" x="3660775" y="2301875"/>
          <p14:tracePt t="48761" x="3690938" y="2301875"/>
          <p14:tracePt t="48764" x="3732213" y="2311400"/>
          <p14:tracePt t="48779" x="3811588" y="2346325"/>
          <p14:tracePt t="48788" x="3857625" y="2366963"/>
          <p14:tracePt t="48794" x="3908425" y="2401888"/>
          <p14:tracePt t="48801" x="3943350" y="2432050"/>
          <p14:tracePt t="48809" x="3987800" y="2478088"/>
          <p14:tracePt t="48816" x="4003675" y="2497138"/>
          <p14:tracePt t="48824" x="4017963" y="2513013"/>
          <p14:tracePt t="48831" x="4024313" y="2517775"/>
          <p14:tracePt t="48839" x="4029075" y="2532063"/>
          <p14:tracePt t="48846" x="4033838" y="2538413"/>
          <p14:tracePt t="48855" x="4033838" y="2547938"/>
          <p14:tracePt t="48861" x="4033838" y="2562225"/>
          <p14:tracePt t="48870" x="4033838" y="2582863"/>
          <p14:tracePt t="48878" x="4024313" y="2608263"/>
          <p14:tracePt t="48886" x="4008438" y="2638425"/>
          <p14:tracePt t="48895" x="3973513" y="2663825"/>
          <p14:tracePt t="48903" x="3938588" y="2703513"/>
          <p14:tracePt t="48911" x="3902075" y="2738438"/>
          <p14:tracePt t="48920" x="3857625" y="2754313"/>
          <p14:tracePt t="48922" x="3822700" y="2774950"/>
          <p14:tracePt t="48929" x="3792538" y="2779713"/>
          <p14:tracePt t="48936" x="3767138" y="2789238"/>
          <p14:tracePt t="48945" x="3746500" y="2789238"/>
          <p14:tracePt t="48953" x="3736975" y="2789238"/>
          <p14:tracePt t="48961" x="3721100" y="2789238"/>
          <p14:tracePt t="48970" x="3716338" y="2789238"/>
          <p14:tracePt t="48978" x="3711575" y="2789238"/>
          <p14:tracePt t="48986" x="3706813" y="2774950"/>
          <p14:tracePt t="48989" x="3706813" y="2749550"/>
          <p14:tracePt t="48996" x="3706813" y="2719388"/>
          <p14:tracePt t="49003" x="3706813" y="2698750"/>
          <p14:tracePt t="49011" x="3716338" y="2668588"/>
          <p14:tracePt t="49020" x="3721100" y="2633663"/>
          <p14:tracePt t="49028" x="3736975" y="2613025"/>
          <p14:tracePt t="49037" x="3746500" y="2587625"/>
          <p14:tracePt t="49044" x="3762375" y="2568575"/>
          <p14:tracePt t="49054" x="3767138" y="2552700"/>
          <p14:tracePt t="49061" x="3771900" y="2543175"/>
          <p14:tracePt t="49072" x="3776663" y="2532063"/>
          <p14:tracePt t="49078" x="3776663" y="2527300"/>
          <p14:tracePt t="49086" x="3776663" y="2522538"/>
          <p14:tracePt t="49094" x="3787775" y="2522538"/>
          <p14:tracePt t="49492" x="3806825" y="2547938"/>
          <p14:tracePt t="49499" x="3822700" y="2578100"/>
          <p14:tracePt t="49507" x="3832225" y="2613025"/>
          <p14:tracePt t="49514" x="3848100" y="2659063"/>
          <p14:tracePt t="49522" x="3857625" y="2678113"/>
          <p14:tracePt t="49529" x="3878263" y="2733675"/>
          <p14:tracePt t="49537" x="3887788" y="2754313"/>
          <p14:tracePt t="49545" x="3887788" y="2774950"/>
          <p14:tracePt t="49553" x="3892550" y="2800350"/>
          <p14:tracePt t="49561" x="3902075" y="2819400"/>
          <p14:tracePt t="49570" x="3902075" y="2844800"/>
          <p14:tracePt t="49582" x="3908425" y="2879725"/>
          <p14:tracePt t="49589" x="3908425" y="2900363"/>
          <p14:tracePt t="49596" x="3908425" y="2930525"/>
          <p14:tracePt t="49604" x="3908425" y="2946400"/>
          <p14:tracePt t="49611" x="3908425" y="2976563"/>
          <p14:tracePt t="49619" x="3897313" y="2995613"/>
          <p14:tracePt t="49628" x="3892550" y="3036888"/>
          <p14:tracePt t="49636" x="3883025" y="3081338"/>
          <p14:tracePt t="49645" x="3862388" y="3127375"/>
          <p14:tracePt t="49653" x="3841750" y="3182938"/>
          <p14:tracePt t="49661" x="3811588" y="3243263"/>
          <p14:tracePt t="49670" x="3792538" y="3313113"/>
          <p14:tracePt t="49672" x="3762375" y="3389313"/>
          <p14:tracePt t="49679" x="3721100" y="3459163"/>
          <p14:tracePt t="49686" x="3690938" y="3544888"/>
          <p14:tracePt t="49694" x="3646488" y="3614738"/>
          <p14:tracePt t="49703" x="3616325" y="3690938"/>
          <p14:tracePt t="49711" x="3535363" y="3821113"/>
          <p14:tracePt t="49719" x="3505200" y="3867150"/>
          <p14:tracePt t="49728" x="3475038" y="3927475"/>
          <p14:tracePt t="49737" x="3449638" y="3978275"/>
          <p14:tracePt t="49738" x="3424238" y="4013200"/>
          <p14:tracePt t="49746" x="3384550" y="4048125"/>
          <p14:tracePt t="49754" x="3359150" y="4083050"/>
          <p14:tracePt t="49761" x="3338513" y="4103688"/>
          <p14:tracePt t="49770" x="3308350" y="4138613"/>
          <p14:tracePt t="49778" x="3282950" y="4173538"/>
          <p14:tracePt t="49786" x="3263900" y="4198938"/>
          <p14:tracePt t="49795" x="3222625" y="4233863"/>
          <p14:tracePt t="49803" x="3197225" y="4270375"/>
          <p14:tracePt t="49811" x="3173413" y="4305300"/>
          <p14:tracePt t="49813" x="3136900" y="4340225"/>
          <p14:tracePt t="49822" x="3122613" y="4365625"/>
          <p14:tracePt t="49828" x="3097213" y="4379913"/>
          <p14:tracePt t="49836" x="3081338" y="4400550"/>
          <p14:tracePt t="49844" x="3067050" y="4425950"/>
          <p14:tracePt t="49853" x="3046413" y="4441825"/>
          <p14:tracePt t="49861" x="3032125" y="4456113"/>
          <p14:tracePt t="49870" x="3016250" y="4465638"/>
          <p14:tracePt t="49879" x="2995613" y="4481513"/>
          <p14:tracePt t="49886" x="2981325" y="4506913"/>
          <p14:tracePt t="49896" x="2941638" y="4541838"/>
          <p14:tracePt t="49898" x="2925763" y="4567238"/>
          <p14:tracePt t="49903" x="2900363" y="4587875"/>
          <p14:tracePt t="49912" x="2890838" y="4611688"/>
          <p14:tracePt t="49919" x="2865438" y="4641850"/>
          <p14:tracePt t="49928" x="2844800" y="4678363"/>
          <p14:tracePt t="49936" x="2825750" y="4702175"/>
          <p14:tracePt t="49945" x="2795588" y="4738688"/>
          <p14:tracePt t="49953" x="2779713" y="4768850"/>
          <p14:tracePt t="49962" x="2765425" y="4794250"/>
          <p14:tracePt t="49964" x="2749550" y="4813300"/>
          <p14:tracePt t="49971" x="2735263" y="4838700"/>
          <p14:tracePt t="49979" x="2719388" y="4859338"/>
          <p14:tracePt t="49986" x="2703513" y="4873625"/>
          <p14:tracePt t="49995" x="2689225" y="4889500"/>
          <p14:tracePt t="50003" x="2679700" y="4903788"/>
          <p14:tracePt t="50011" x="2663825" y="4919663"/>
          <p14:tracePt t="50020" x="2649538" y="4929188"/>
          <p14:tracePt t="50028" x="2633663" y="4940300"/>
          <p14:tracePt t="50037" x="2628900" y="4954588"/>
          <p14:tracePt t="50038" x="2613025" y="4964113"/>
          <p14:tracePt t="50046" x="2598738" y="4975225"/>
          <p14:tracePt t="50054" x="2593975" y="4989513"/>
          <p14:tracePt t="50061" x="2578100" y="5005388"/>
          <p14:tracePt t="50070" x="2573338" y="5014913"/>
          <p14:tracePt t="50077" x="2568575" y="5019675"/>
          <p14:tracePt t="50086" x="2568575" y="5024438"/>
          <p14:tracePt t="50094" x="2563813" y="5024438"/>
          <p14:tracePt t="50189" x="2568575" y="5014913"/>
          <p14:tracePt t="50195" x="2582863" y="5010150"/>
          <p14:tracePt t="50203" x="2598738" y="4984750"/>
          <p14:tracePt t="50210" x="2624138" y="4970463"/>
          <p14:tracePt t="50218" x="2643188" y="4940300"/>
          <p14:tracePt t="50226" x="2673350" y="4903788"/>
          <p14:tracePt t="50233" x="2709863" y="4868863"/>
          <p14:tracePt t="50241" x="2784475" y="4783138"/>
          <p14:tracePt t="50248" x="2825750" y="4732338"/>
          <p14:tracePt t="50256" x="2874963" y="4672013"/>
          <p14:tracePt t="50263" x="2911475" y="4637088"/>
          <p14:tracePt t="50273" x="2951163" y="4576763"/>
          <p14:tracePt t="50278" x="2990850" y="4525963"/>
          <p14:tracePt t="50287" x="3027363" y="4491038"/>
          <p14:tracePt t="50294" x="3062288" y="4456113"/>
          <p14:tracePt t="50303" x="3092450" y="4405313"/>
          <p14:tracePt t="50312" x="3117850" y="4370388"/>
          <p14:tracePt t="50320" x="3141663" y="4335463"/>
          <p14:tracePt t="50328" x="3167063" y="4300538"/>
          <p14:tracePt t="50337" x="3197225" y="4254500"/>
          <p14:tracePt t="50339" x="3222625" y="4219575"/>
          <p14:tracePt t="50346" x="3248025" y="4184650"/>
          <p14:tracePt t="50353" x="3278188" y="4149725"/>
          <p14:tracePt t="50362" x="3303588" y="4113213"/>
          <p14:tracePt t="50369" x="3328988" y="4078288"/>
          <p14:tracePt t="50377" x="3354388" y="4043363"/>
          <p14:tracePt t="50388" x="3389313" y="4008438"/>
          <p14:tracePt t="50395" x="3414713" y="3987800"/>
          <p14:tracePt t="50403" x="3440113" y="3962400"/>
          <p14:tracePt t="50413" x="3475038" y="3937000"/>
          <p14:tracePt t="50414" x="3535363" y="3876675"/>
          <p14:tracePt t="50421" x="3570288" y="3836988"/>
          <p14:tracePt t="50430" x="3605213" y="3802063"/>
          <p14:tracePt t="50436" x="3646488" y="3767138"/>
          <p14:tracePt t="50445" x="3690938" y="3725863"/>
          <p14:tracePt t="50453" x="3716338" y="3690938"/>
          <p14:tracePt t="50461" x="3751263" y="3665538"/>
          <p14:tracePt t="50470" x="3781425" y="3630613"/>
          <p14:tracePt t="50478" x="3817938" y="3595688"/>
          <p14:tracePt t="50481" x="3836988" y="3570288"/>
          <p14:tracePt t="50488" x="3862388" y="3549650"/>
          <p14:tracePt t="50496" x="3878263" y="3524250"/>
          <p14:tracePt t="50504" x="3902075" y="3494088"/>
          <p14:tracePt t="50511" x="3938588" y="3463925"/>
          <p14:tracePt t="50521" x="3978275" y="3419475"/>
          <p14:tracePt t="50527" x="4013200" y="3378200"/>
          <p14:tracePt t="50536" x="4054475" y="3333750"/>
          <p14:tracePt t="50545" x="4094163" y="3273425"/>
          <p14:tracePt t="50553" x="4140200" y="3222625"/>
          <p14:tracePt t="50561" x="4179888" y="3171825"/>
          <p14:tracePt t="50563" x="4214813" y="3136900"/>
          <p14:tracePt t="50571" x="4256088" y="3090863"/>
          <p14:tracePt t="50578" x="4291013" y="3051175"/>
          <p14:tracePt t="50587" x="4316413" y="3030538"/>
          <p14:tracePt t="50595" x="4351338" y="2990850"/>
          <p14:tracePt t="50603" x="4395788" y="2946400"/>
          <p14:tracePt t="50612" x="4421188" y="2930525"/>
          <p14:tracePt t="50619" x="4451350" y="2905125"/>
          <p14:tracePt t="50628" x="4486275" y="2879725"/>
          <p14:tracePt t="50631" x="4537075" y="2849563"/>
          <p14:tracePt t="50639" x="4572000" y="2814638"/>
          <p14:tracePt t="50647" x="4618038" y="2789238"/>
          <p14:tracePt t="50654" x="4678363" y="2749550"/>
          <p14:tracePt t="50662" x="4729163" y="2708275"/>
          <p14:tracePt t="50670" x="4778375" y="2659063"/>
          <p14:tracePt t="50678" x="4840288" y="2608263"/>
          <p14:tracePt t="50686" x="4889500" y="2557463"/>
          <p14:tracePt t="50695" x="4930775" y="2508250"/>
          <p14:tracePt t="50699" x="4979988" y="2446338"/>
          <p14:tracePt t="50706" x="5030788" y="2397125"/>
          <p14:tracePt t="50713" x="5065713" y="2351088"/>
          <p14:tracePt t="50721" x="5116513" y="2301875"/>
          <p14:tracePt t="50729" x="5156200" y="2251075"/>
          <p14:tracePt t="50736" x="5192713" y="2216150"/>
          <p14:tracePt t="50745" x="5232400" y="2165350"/>
          <p14:tracePt t="50753" x="5267325" y="2119313"/>
          <p14:tracePt t="50761" x="5308600" y="2084388"/>
          <p14:tracePt t="50769" x="5322888" y="2058988"/>
          <p14:tracePt t="50778" x="5348288" y="2028825"/>
          <p14:tracePt t="50780" x="5368925" y="2003425"/>
          <p14:tracePt t="50782" x="5378450" y="1984375"/>
          <p14:tracePt t="50789" x="5392738" y="1958975"/>
          <p14:tracePt t="50796" x="5399088" y="1954213"/>
          <p14:tracePt t="50804" x="5403850" y="1938338"/>
          <p14:tracePt t="50811" x="5408613" y="1933575"/>
          <p14:tracePt t="50820" x="5408613" y="1928813"/>
          <p14:tracePt t="50841" x="5408613" y="1924050"/>
          <p14:tracePt t="51442" x="5403850" y="1924050"/>
          <p14:tracePt t="51449" x="5378450" y="1938338"/>
          <p14:tracePt t="51456" x="5348288" y="1963738"/>
          <p14:tracePt t="51465" x="5322888" y="1989138"/>
          <p14:tracePt t="51472" x="5297488" y="2003425"/>
          <p14:tracePt t="51479" x="5267325" y="2028825"/>
          <p14:tracePt t="51486" x="5241925" y="2049463"/>
          <p14:tracePt t="51494" x="5207000" y="2093913"/>
          <p14:tracePt t="51503" x="5181600" y="2119313"/>
          <p14:tracePt t="51511" x="5167313" y="2155825"/>
          <p14:tracePt t="51520" x="5141913" y="2190750"/>
          <p14:tracePt t="51528" x="5111750" y="2235200"/>
          <p14:tracePt t="51537" x="5081588" y="2281238"/>
          <p14:tracePt t="51539" x="5051425" y="2341563"/>
          <p14:tracePt t="51547" x="5021263" y="2401888"/>
          <p14:tracePt t="51554" x="4979988" y="2462213"/>
          <p14:tracePt t="51561" x="4949825" y="2532063"/>
          <p14:tracePt t="51570" x="4910138" y="2592388"/>
          <p14:tracePt t="51578" x="4879975" y="2654300"/>
          <p14:tracePt t="51587" x="4845050" y="2703513"/>
          <p14:tracePt t="51595" x="4803775" y="2749550"/>
          <p14:tracePt t="51603" x="4764088" y="2800350"/>
          <p14:tracePt t="51611" x="4729163" y="2835275"/>
          <p14:tracePt t="51614" x="4687888" y="2884488"/>
          <p14:tracePt t="51622" x="4643438" y="2935288"/>
          <p14:tracePt t="51629" x="4592638" y="2970213"/>
          <p14:tracePt t="51636" x="4541838" y="3021013"/>
          <p14:tracePt t="51645" x="4506913" y="3055938"/>
          <p14:tracePt t="51653" x="4462463" y="3086100"/>
          <p14:tracePt t="51662" x="4421188" y="3122613"/>
          <p14:tracePt t="51670" x="4391025" y="3136900"/>
          <p14:tracePt t="51679" x="4335463" y="3171825"/>
          <p14:tracePt t="51681" x="4310063" y="3176588"/>
          <p14:tracePt t="51689" x="4291013" y="3187700"/>
          <p14:tracePt t="51697" x="4279900" y="3187700"/>
          <p14:tracePt t="51704" x="4256088" y="3192463"/>
          <p14:tracePt t="51712" x="4244975" y="3192463"/>
          <p14:tracePt t="51720" x="4219575" y="3192463"/>
          <p14:tracePt t="51728" x="4200525" y="3192463"/>
          <p14:tracePt t="51736" x="4179888" y="3192463"/>
          <p14:tracePt t="51744" x="4154488" y="3192463"/>
          <p14:tracePt t="51753" x="4133850" y="3176588"/>
          <p14:tracePt t="51756" x="4110038" y="3167063"/>
          <p14:tracePt t="51764" x="4089400" y="3141663"/>
          <p14:tracePt t="51772" x="4064000" y="3122613"/>
          <p14:tracePt t="51779" x="4048125" y="3086100"/>
          <p14:tracePt t="51786" x="4024313" y="3067050"/>
          <p14:tracePt t="51795" x="4008438" y="3030538"/>
          <p14:tracePt t="51803" x="3994150" y="3011488"/>
          <p14:tracePt t="51811" x="3978275" y="2986088"/>
          <p14:tracePt t="51821" x="3973513" y="2965450"/>
          <p14:tracePt t="51828" x="3963988" y="2951163"/>
          <p14:tracePt t="51837" x="3957638" y="2935288"/>
          <p14:tracePt t="51839" x="3948113" y="2921000"/>
          <p14:tracePt t="51846" x="3943350" y="2914650"/>
          <p14:tracePt t="51854" x="3938588" y="2900363"/>
          <p14:tracePt t="51861" x="3933825" y="2884488"/>
          <p14:tracePt t="51870" x="3927475" y="2879725"/>
          <p14:tracePt t="51878" x="3927475" y="2870200"/>
          <p14:tracePt t="51886" x="3927475" y="2854325"/>
          <p14:tracePt t="51895" x="3922713" y="2849563"/>
          <p14:tracePt t="51904" x="3922713" y="2844800"/>
          <p14:tracePt t="51906" x="3913188" y="2830513"/>
          <p14:tracePt t="51914" x="3913188" y="2819400"/>
          <p14:tracePt t="51922" x="3913188" y="2805113"/>
          <p14:tracePt t="51930" x="3908425" y="2800350"/>
          <p14:tracePt t="51937" x="3902075" y="2779713"/>
          <p14:tracePt t="51945" x="3897313" y="2763838"/>
          <p14:tracePt t="51953" x="3887788" y="2744788"/>
          <p14:tracePt t="51961" x="3871913" y="2728913"/>
          <p14:tracePt t="51970" x="3871913" y="2719388"/>
          <p14:tracePt t="51978" x="3867150" y="2703513"/>
          <p14:tracePt t="51986" x="3857625" y="2689225"/>
          <p14:tracePt t="51995" x="3852863" y="2684463"/>
          <p14:tracePt t="51997" x="3852863" y="2678113"/>
          <p14:tracePt t="52011" x="3852863" y="2673350"/>
          <p14:tracePt t="52019" x="3848100" y="2673350"/>
          <p14:tracePt t="52026" x="3848100" y="2668588"/>
          <p14:tracePt t="52094" x="3848100" y="2659063"/>
          <p14:tracePt t="52100" x="3848100" y="2654300"/>
          <p14:tracePt t="52116" x="3841750" y="2647950"/>
          <p14:tracePt t="52123" x="3841750" y="2643188"/>
          <p14:tracePt t="52131" x="3841750" y="2638425"/>
          <p14:tracePt t="52138" x="3841750" y="2633663"/>
          <p14:tracePt t="52147" x="3841750" y="2628900"/>
          <p14:tracePt t="52161" x="3841750" y="2613025"/>
          <p14:tracePt t="52168" x="3841750" y="2608263"/>
          <p14:tracePt t="52176" x="3836988" y="2603500"/>
          <p14:tracePt t="52183" x="3836988" y="2598738"/>
          <p14:tracePt t="52191" x="3836988" y="2592388"/>
          <p14:tracePt t="52199" x="3836988" y="2587625"/>
          <p14:tracePt t="52206" x="3836988" y="2578100"/>
          <p14:tracePt t="52214" x="3836988" y="2573338"/>
          <p14:tracePt t="52321" x="3832225" y="2587625"/>
          <p14:tracePt t="52326" x="3832225" y="2608263"/>
          <p14:tracePt t="52333" x="3832225" y="2628900"/>
          <p14:tracePt t="52342" x="3832225" y="2668588"/>
          <p14:tracePt t="52348" x="3822700" y="2703513"/>
          <p14:tracePt t="52356" x="3822700" y="2744788"/>
          <p14:tracePt t="52364" x="3822700" y="2784475"/>
          <p14:tracePt t="52371" x="3811588" y="2840038"/>
          <p14:tracePt t="52380" x="3811588" y="2884488"/>
          <p14:tracePt t="52386" x="3797300" y="2970213"/>
          <p14:tracePt t="52395" x="3787775" y="3016250"/>
          <p14:tracePt t="52403" x="3776663" y="3055938"/>
          <p14:tracePt t="52412" x="3771900" y="3101975"/>
          <p14:tracePt t="52420" x="3762375" y="3146425"/>
          <p14:tracePt t="52428" x="3751263" y="3176588"/>
          <p14:tracePt t="52436" x="3746500" y="3206750"/>
          <p14:tracePt t="52438" x="3736975" y="3236913"/>
          <p14:tracePt t="52446" x="3725863" y="3282950"/>
          <p14:tracePt t="52453" x="3721100" y="3303588"/>
          <p14:tracePt t="52461" x="3711575" y="3333750"/>
          <p14:tracePt t="52469" x="3706813" y="3359150"/>
          <p14:tracePt t="52477" x="3706813" y="3389313"/>
          <p14:tracePt t="52487" x="3702050" y="3408363"/>
          <p14:tracePt t="52494" x="3690938" y="3433763"/>
          <p14:tracePt t="52503" x="3686175" y="3454400"/>
          <p14:tracePt t="52506" x="3676650" y="3475038"/>
          <p14:tracePt t="52513" x="3671888" y="3505200"/>
          <p14:tracePt t="52521" x="3660775" y="3529013"/>
          <p14:tracePt t="52529" x="3656013" y="3549650"/>
          <p14:tracePt t="52537" x="3646488" y="3575050"/>
          <p14:tracePt t="52544" x="3641725" y="3605213"/>
          <p14:tracePt t="52553" x="3630613" y="3614738"/>
          <p14:tracePt t="52561" x="3616325" y="3656013"/>
          <p14:tracePt t="52570" x="3616325" y="3660775"/>
          <p14:tracePt t="52578" x="3609975" y="3665538"/>
          <p14:tracePt t="52586" x="3609975" y="3670300"/>
          <p14:tracePt t="52588" x="3605213" y="3675063"/>
          <p14:tracePt t="52604" x="3605213" y="3681413"/>
          <p14:tracePt t="52612" x="3605213" y="3686175"/>
          <p14:tracePt t="52618" x="3600450" y="3700463"/>
          <p14:tracePt t="52626" x="3595688" y="3705225"/>
          <p14:tracePt t="52633" x="3595688" y="3716338"/>
          <p14:tracePt t="52641" x="3586163" y="3730625"/>
          <p14:tracePt t="52649" x="3579813" y="3756025"/>
          <p14:tracePt t="52656" x="3575050" y="3767138"/>
          <p14:tracePt t="52664" x="3565525" y="3781425"/>
          <p14:tracePt t="52673" x="3560763" y="3786188"/>
          <p14:tracePt t="52679" x="3556000" y="3806825"/>
          <p14:tracePt t="52687" x="3549650" y="3811588"/>
          <p14:tracePt t="52696" x="3535363" y="3827463"/>
          <p14:tracePt t="52703" x="3530600" y="3841750"/>
          <p14:tracePt t="52712" x="3514725" y="3851275"/>
          <p14:tracePt t="52720" x="3509963" y="3867150"/>
          <p14:tracePt t="52728" x="3495675" y="3881438"/>
          <p14:tracePt t="52730" x="3479800" y="3897313"/>
          <p14:tracePt t="52740" x="3459163" y="3917950"/>
          <p14:tracePt t="52746" x="3459163" y="3922713"/>
          <p14:tracePt t="52754" x="3454400" y="3927475"/>
          <p14:tracePt t="52761" x="3449638" y="3927475"/>
          <p14:tracePt t="52770" x="3449638" y="3932238"/>
          <p14:tracePt t="52805" x="3454400" y="3927475"/>
          <p14:tracePt t="52813" x="3470275" y="3911600"/>
          <p14:tracePt t="52821" x="3484563" y="3887788"/>
          <p14:tracePt t="52828" x="3509963" y="3867150"/>
          <p14:tracePt t="52836" x="3530600" y="3841750"/>
          <p14:tracePt t="52843" x="3544888" y="3821113"/>
          <p14:tracePt t="52851" x="3570288" y="3786188"/>
          <p14:tracePt t="52858" x="3600450" y="3751263"/>
          <p14:tracePt t="52865" x="3616325" y="3725863"/>
          <p14:tracePt t="52873" x="3641725" y="3695700"/>
          <p14:tracePt t="52881" x="3656013" y="3660775"/>
          <p14:tracePt t="52888" x="3686175" y="3605213"/>
          <p14:tracePt t="52896" x="3702050" y="3554413"/>
          <p14:tracePt t="52903" x="3721100" y="3498850"/>
          <p14:tracePt t="52912" x="3741738" y="3429000"/>
          <p14:tracePt t="52919" x="3762375" y="3359150"/>
          <p14:tracePt t="52929" x="3802063" y="3227388"/>
          <p14:tracePt t="52938" x="3822700" y="3157538"/>
          <p14:tracePt t="52945" x="3832225" y="3086100"/>
          <p14:tracePt t="52954" x="3841750" y="3030538"/>
          <p14:tracePt t="52956" x="3862388" y="2976563"/>
          <p14:tracePt t="52964" x="3871913" y="2921000"/>
          <p14:tracePt t="52972" x="3878263" y="2874963"/>
          <p14:tracePt t="52979" x="3887788" y="2830513"/>
          <p14:tracePt t="52987" x="3897313" y="2800350"/>
          <p14:tracePt t="52995" x="3902075" y="2768600"/>
          <p14:tracePt t="53003" x="3913188" y="2738438"/>
          <p14:tracePt t="53011" x="3917950" y="2703513"/>
          <p14:tracePt t="53020" x="3933825" y="2684463"/>
          <p14:tracePt t="53028" x="3943350" y="2643188"/>
          <p14:tracePt t="53037" x="3957638" y="2608263"/>
          <p14:tracePt t="53038" x="3968750" y="2578100"/>
          <p14:tracePt t="53046" x="3973513" y="2547938"/>
          <p14:tracePt t="53054" x="3983038" y="2517775"/>
          <p14:tracePt t="53061" x="3983038" y="2492375"/>
          <p14:tracePt t="53070" x="3987800" y="2482850"/>
          <p14:tracePt t="53078" x="3987800" y="2466975"/>
          <p14:tracePt t="53087" x="3998913" y="2452688"/>
          <p14:tracePt t="53099" x="3998913" y="2436813"/>
          <p14:tracePt t="53106" x="4003675" y="2427288"/>
          <p14:tracePt t="53114" x="4003675" y="2422525"/>
          <p14:tracePt t="53121" x="4003675" y="2416175"/>
          <p14:tracePt t="53136" x="4003675" y="2406650"/>
          <p14:tracePt t="53143" x="4003675" y="2401888"/>
          <p14:tracePt t="53151" x="4003675" y="2392363"/>
          <p14:tracePt t="53159" x="4003675" y="2386013"/>
          <p14:tracePt t="53166" x="4003675" y="2381250"/>
          <p14:tracePt t="53174" x="3994150" y="2376488"/>
          <p14:tracePt t="53182" x="3994150" y="2371725"/>
          <p14:tracePt t="53189" x="3994150" y="2366963"/>
          <p14:tracePt t="53196" x="3987800" y="2362200"/>
          <p14:tracePt t="53203" x="3987800" y="2355850"/>
          <p14:tracePt t="53212" x="3983038" y="2355850"/>
          <p14:tracePt t="53220" x="3983038" y="2346325"/>
          <p14:tracePt t="53228" x="3978275" y="2341563"/>
          <p14:tracePt t="53236" x="3973513" y="2336800"/>
          <p14:tracePt t="53245" x="3957638" y="2332038"/>
          <p14:tracePt t="53253" x="3952875" y="2325688"/>
          <p14:tracePt t="53261" x="3943350" y="2316163"/>
          <p14:tracePt t="53263" x="3927475" y="2311400"/>
          <p14:tracePt t="53271" x="3922713" y="2306638"/>
          <p14:tracePt t="53279" x="3897313" y="2301875"/>
          <p14:tracePt t="53286" x="3883025" y="2290763"/>
          <p14:tracePt t="53295" x="3878263" y="2286000"/>
          <p14:tracePt t="53303" x="3862388" y="2286000"/>
          <p14:tracePt t="53311" x="3852863" y="2286000"/>
          <p14:tracePt t="53320" x="3836988" y="2286000"/>
          <p14:tracePt t="53328" x="3832225" y="2286000"/>
          <p14:tracePt t="53330" x="3811588" y="2290763"/>
          <p14:tracePt t="53339" x="3802063" y="2290763"/>
          <p14:tracePt t="53345" x="3787775" y="2301875"/>
          <p14:tracePt t="53354" x="3767138" y="2301875"/>
          <p14:tracePt t="53362" x="3751263" y="2316163"/>
          <p14:tracePt t="53370" x="3736975" y="2332038"/>
          <p14:tracePt t="53378" x="3721100" y="2336800"/>
          <p14:tracePt t="53387" x="3706813" y="2351088"/>
          <p14:tracePt t="53395" x="3695700" y="2362200"/>
          <p14:tracePt t="53403" x="3690938" y="2362200"/>
          <p14:tracePt t="53412" x="3681413" y="2366963"/>
          <p14:tracePt t="53421" x="3681413" y="2371725"/>
          <p14:tracePt t="53430" x="3676650" y="2371725"/>
          <p14:tracePt t="53436" x="3671888" y="2371725"/>
          <p14:tracePt t="53451" x="3665538" y="2371725"/>
          <p14:tracePt t="53461" x="3660775" y="2371725"/>
          <p14:tracePt t="53468" x="3656013" y="2371725"/>
          <p14:tracePt t="53476" x="3651250" y="2371725"/>
          <p14:tracePt t="53484" x="3641725" y="2371725"/>
          <p14:tracePt t="53499" x="3625850" y="2355850"/>
          <p14:tracePt t="53508" x="3609975" y="2351088"/>
          <p14:tracePt t="53513" x="3586163" y="2325688"/>
          <p14:tracePt t="53522" x="3560763" y="2290763"/>
          <p14:tracePt t="53529" x="3525838" y="2246313"/>
          <p14:tracePt t="53537" x="3495675" y="2200275"/>
          <p14:tracePt t="53546" x="3465513" y="2139950"/>
          <p14:tracePt t="53550" x="3433763" y="2079625"/>
          <p14:tracePt t="53557" x="3403600" y="2019300"/>
          <p14:tracePt t="53566" x="3389313" y="1973263"/>
          <p14:tracePt t="53572" x="3359150" y="1928813"/>
          <p14:tracePt t="53581" x="3349625" y="1882775"/>
          <p14:tracePt t="53588" x="3333750" y="1847850"/>
          <p14:tracePt t="53598" x="3319463" y="1827213"/>
          <p14:tracePt t="53608" x="3313113" y="1808163"/>
          <p14:tracePt t="53614" x="3303588" y="1782763"/>
          <p14:tracePt t="53626" x="3298825" y="1766888"/>
          <p14:tracePt t="53629" x="3298825" y="1762125"/>
          <p14:tracePt t="53632" x="3294063" y="1757363"/>
          <p14:tracePt t="53640" x="3282950" y="1747838"/>
          <p14:tracePt t="53646" x="3282950" y="1741488"/>
          <p14:tracePt t="53948" x="3287713" y="1741488"/>
          <p14:tracePt t="53954" x="3294063" y="1747838"/>
          <p14:tracePt t="53961" x="3298825" y="1752600"/>
          <p14:tracePt t="53970" x="3308350" y="1766888"/>
          <p14:tracePt t="53976" x="3308350" y="1771650"/>
          <p14:tracePt t="53983" x="3324225" y="1782763"/>
          <p14:tracePt t="53991" x="3328988" y="1792288"/>
          <p14:tracePt t="53999" x="3343275" y="1803400"/>
          <p14:tracePt t="54001" x="3349625" y="1817688"/>
          <p14:tracePt t="54006" x="3354388" y="1822450"/>
          <p14:tracePt t="54014" x="3368675" y="1843088"/>
          <p14:tracePt t="54022" x="3373438" y="1847850"/>
          <p14:tracePt t="54029" x="3389313" y="1868488"/>
          <p14:tracePt t="54039" x="3394075" y="1882775"/>
          <p14:tracePt t="54050" x="3414713" y="1898650"/>
          <p14:tracePt t="54055" x="3424238" y="1908175"/>
          <p14:tracePt t="54061" x="3440113" y="1924050"/>
          <p14:tracePt t="54070" x="3454400" y="1947863"/>
          <p14:tracePt t="54078" x="3465513" y="1963738"/>
          <p14:tracePt t="54087" x="3479800" y="1979613"/>
          <p14:tracePt t="54095" x="3495675" y="1998663"/>
          <p14:tracePt t="54096" x="3519488" y="2014538"/>
          <p14:tracePt t="54104" x="3535363" y="2028825"/>
          <p14:tracePt t="54111" x="3540125" y="2044700"/>
          <p14:tracePt t="54120" x="3556000" y="2054225"/>
          <p14:tracePt t="54128" x="3570288" y="2070100"/>
          <p14:tracePt t="54136" x="3575050" y="2084388"/>
          <p14:tracePt t="54145" x="3590925" y="2109788"/>
          <p14:tracePt t="54153" x="3605213" y="2119313"/>
          <p14:tracePt t="54162" x="3621088" y="2135188"/>
          <p14:tracePt t="54170" x="3635375" y="2160588"/>
          <p14:tracePt t="54171" x="3641725" y="2170113"/>
          <p14:tracePt t="54179" x="3660775" y="2200275"/>
          <p14:tracePt t="54186" x="3676650" y="2216150"/>
          <p14:tracePt t="54196" x="3686175" y="2230438"/>
          <p14:tracePt t="54202" x="3690938" y="2239963"/>
          <p14:tracePt t="54213" x="3695700" y="2255838"/>
          <p14:tracePt t="54219" x="3711575" y="2270125"/>
          <p14:tracePt t="54228" x="3716338" y="2276475"/>
          <p14:tracePt t="54237" x="3725863" y="2290763"/>
          <p14:tracePt t="54239" x="3732213" y="2295525"/>
          <p14:tracePt t="54245" x="3736975" y="2306638"/>
          <p14:tracePt t="54253" x="3751263" y="2320925"/>
          <p14:tracePt t="54261" x="3756025" y="2325688"/>
          <p14:tracePt t="54270" x="3762375" y="2341563"/>
          <p14:tracePt t="54278" x="3771900" y="2351088"/>
          <p14:tracePt t="54286" x="3781425" y="2362200"/>
          <p14:tracePt t="54295" x="3781425" y="2366963"/>
          <p14:tracePt t="54305" x="3797300" y="2376488"/>
          <p14:tracePt t="54306" x="3802063" y="2386013"/>
          <p14:tracePt t="54313" x="3806825" y="2397125"/>
          <p14:tracePt t="54322" x="3811588" y="2401888"/>
          <p14:tracePt t="54329" x="3817938" y="2406650"/>
          <p14:tracePt t="54337" x="3827463" y="2416175"/>
          <p14:tracePt t="54344" x="3832225" y="2427288"/>
          <p14:tracePt t="54354" x="3848100" y="2432050"/>
          <p14:tracePt t="54361" x="3857625" y="2452688"/>
          <p14:tracePt t="54370" x="3871913" y="2466975"/>
          <p14:tracePt t="54378" x="3878263" y="2471738"/>
          <p14:tracePt t="54386" x="3887788" y="2478088"/>
          <p14:tracePt t="54388" x="3892550" y="2482850"/>
          <p14:tracePt t="54396" x="3908425" y="2492375"/>
          <p14:tracePt t="54404" x="3908425" y="2497138"/>
          <p14:tracePt t="54412" x="3913188" y="2501900"/>
          <p14:tracePt t="54419" x="3917950" y="2508250"/>
          <p14:tracePt t="54428" x="3922713" y="2513013"/>
          <p14:tracePt t="54436" x="3927475" y="2517775"/>
          <p14:tracePt t="54446" x="3927475" y="2522538"/>
          <p14:tracePt t="54452" x="3938588" y="2522538"/>
          <p14:tracePt t="54463" x="3943350" y="2532063"/>
          <p14:tracePt t="54466" x="3943350" y="2538413"/>
          <p14:tracePt t="54474" x="3948113" y="2538413"/>
          <p14:tracePt t="54481" x="3948113" y="2543175"/>
          <p14:tracePt t="54489" x="3952875" y="2543175"/>
          <p14:tracePt t="54503" x="3957638" y="2547938"/>
          <p14:tracePt t="54518" x="3963988" y="2552700"/>
          <p14:tracePt t="54533" x="3968750" y="2557463"/>
          <p14:tracePt t="54548" x="3983038" y="2573338"/>
          <p14:tracePt t="54556" x="3987800" y="2573338"/>
          <p14:tracePt t="54563" x="3987800" y="2578100"/>
          <p14:tracePt t="54571" x="3994150" y="2582863"/>
          <p14:tracePt t="54579" x="3998913" y="2587625"/>
          <p14:tracePt t="54586" x="4003675" y="2592388"/>
          <p14:tracePt t="54594" x="4008438" y="2598738"/>
          <p14:tracePt t="54602" x="4017963" y="2603500"/>
          <p14:tracePt t="54611" x="4017963" y="2608263"/>
          <p14:tracePt t="54614" x="4024313" y="2617788"/>
          <p14:tracePt t="54621" x="4029075" y="2624138"/>
          <p14:tracePt t="54630" x="4033838" y="2628900"/>
          <p14:tracePt t="54636" x="4048125" y="2638425"/>
          <p14:tracePt t="54646" x="4054475" y="2647950"/>
          <p14:tracePt t="54652" x="4059238" y="2659063"/>
          <p14:tracePt t="54662" x="4073525" y="2673350"/>
          <p14:tracePt t="54669" x="4079875" y="2678113"/>
          <p14:tracePt t="54678" x="4084638" y="2693988"/>
          <p14:tracePt t="54686" x="4098925" y="2698750"/>
          <p14:tracePt t="54688" x="4103688" y="2714625"/>
          <p14:tracePt t="54696" x="4103688" y="2719388"/>
          <p14:tracePt t="54703" x="4110038" y="2724150"/>
          <p14:tracePt t="54712" x="4119563" y="2728913"/>
          <p14:tracePt t="54720" x="4124325" y="2733675"/>
          <p14:tracePt t="54727" x="4124325" y="2738438"/>
          <p14:tracePt t="54737" x="4129088" y="2738438"/>
          <p14:tracePt t="54748" x="4129088" y="2749550"/>
          <p14:tracePt t="54763" x="4133850" y="2754313"/>
          <p14:tracePt t="54779" x="4133850" y="2759075"/>
          <p14:tracePt t="54793" x="4140200" y="2763838"/>
          <p14:tracePt t="54801" x="4144963" y="2768600"/>
          <p14:tracePt t="54808" x="4144963" y="2774950"/>
          <p14:tracePt t="54817" x="4149725" y="2779713"/>
          <p14:tracePt t="54823" x="4154488" y="2784475"/>
          <p14:tracePt t="54832" x="4164013" y="2794000"/>
          <p14:tracePt t="54839" x="4170363" y="2800350"/>
          <p14:tracePt t="54847" x="4175125" y="2809875"/>
          <p14:tracePt t="54854" x="4179888" y="2814638"/>
          <p14:tracePt t="54862" x="4194175" y="2824163"/>
          <p14:tracePt t="54870" x="4200525" y="2835275"/>
          <p14:tracePt t="54878" x="4205288" y="2844800"/>
          <p14:tracePt t="54886" x="4210050" y="2854325"/>
          <p14:tracePt t="54895" x="4225925" y="2865438"/>
          <p14:tracePt t="54903" x="4230688" y="2879725"/>
          <p14:tracePt t="54913" x="4235450" y="2884488"/>
          <p14:tracePt t="54915" x="4240213" y="2890838"/>
          <p14:tracePt t="54921" x="4244975" y="2905125"/>
          <p14:tracePt t="54929" x="4260850" y="2909888"/>
          <p14:tracePt t="54936" x="4270375" y="2925763"/>
          <p14:tracePt t="54945" x="4275138" y="2946400"/>
          <p14:tracePt t="54953" x="4291013" y="2960688"/>
          <p14:tracePt t="54961" x="4295775" y="2965450"/>
          <p14:tracePt t="54970" x="4310063" y="2986088"/>
          <p14:tracePt t="54978" x="4310063" y="3000375"/>
          <p14:tracePt t="54986" x="4325938" y="3011488"/>
          <p14:tracePt t="54988" x="4330700" y="3025775"/>
          <p14:tracePt t="54997" x="4335463" y="3041650"/>
          <p14:tracePt t="55004" x="4340225" y="3046413"/>
          <p14:tracePt t="55011" x="4351338" y="3060700"/>
          <p14:tracePt t="55020" x="4356100" y="3071813"/>
          <p14:tracePt t="55028" x="4360863" y="3086100"/>
          <p14:tracePt t="55036" x="4371975" y="3101975"/>
          <p14:tracePt t="55045" x="4376738" y="3106738"/>
          <p14:tracePt t="55053" x="4381500" y="3116263"/>
          <p14:tracePt t="55062" x="4386263" y="3132138"/>
          <p14:tracePt t="55064" x="4395788" y="3136900"/>
          <p14:tracePt t="55071" x="4406900" y="3162300"/>
          <p14:tracePt t="55079" x="4411663" y="3171825"/>
          <p14:tracePt t="55086" x="4421188" y="3176588"/>
          <p14:tracePt t="55094" x="4425950" y="3187700"/>
          <p14:tracePt t="55103" x="4432300" y="3192463"/>
          <p14:tracePt t="55111" x="4437063" y="3201988"/>
          <p14:tracePt t="55120" x="4441825" y="3213100"/>
          <p14:tracePt t="55130" x="4451350" y="3227388"/>
          <p14:tracePt t="55131" x="4456113" y="3243263"/>
          <p14:tracePt t="55138" x="4471988" y="3252788"/>
          <p14:tracePt t="55146" x="4486275" y="3268663"/>
          <p14:tracePt t="55153" x="4492625" y="3282950"/>
          <p14:tracePt t="55161" x="4506913" y="3303588"/>
          <p14:tracePt t="55169" x="4522788" y="3317875"/>
          <p14:tracePt t="55178" x="4527550" y="3343275"/>
          <p14:tracePt t="55187" x="4541838" y="3359150"/>
          <p14:tracePt t="55196" x="4548188" y="3363913"/>
          <p14:tracePt t="55198" x="4562475" y="3373438"/>
          <p14:tracePt t="55206" x="4562475" y="3389313"/>
          <p14:tracePt t="55213" x="4578350" y="3394075"/>
          <p14:tracePt t="55221" x="4583113" y="3408363"/>
          <p14:tracePt t="55229" x="4587875" y="3413125"/>
          <p14:tracePt t="55236" x="4592638" y="3429000"/>
          <p14:tracePt t="55245" x="4602163" y="3438525"/>
          <p14:tracePt t="55253" x="4622800" y="3459163"/>
          <p14:tracePt t="55261" x="4627563" y="3475038"/>
          <p14:tracePt t="55270" x="4632325" y="3484563"/>
          <p14:tracePt t="55278" x="4648200" y="3498850"/>
          <p14:tracePt t="55286" x="4652963" y="3505200"/>
          <p14:tracePt t="55288" x="4662488" y="3519488"/>
          <p14:tracePt t="55296" x="4673600" y="3524250"/>
          <p14:tracePt t="55303" x="4683125" y="3540125"/>
          <p14:tracePt t="55311" x="4694238" y="3544888"/>
          <p14:tracePt t="55320" x="4703763" y="3554413"/>
          <p14:tracePt t="55328" x="4708525" y="3565525"/>
          <p14:tracePt t="55336" x="4713288" y="3570288"/>
          <p14:tracePt t="55344" x="4718050" y="3575050"/>
          <p14:tracePt t="55353" x="4724400" y="3579813"/>
          <p14:tracePt t="55357" x="4729163" y="3589338"/>
          <p14:tracePt t="55364" x="4738688" y="3595688"/>
          <p14:tracePt t="55371" x="4743450" y="3600450"/>
          <p14:tracePt t="55379" x="4748213" y="3605213"/>
          <p14:tracePt t="55386" x="4754563" y="3609975"/>
          <p14:tracePt t="55395" x="4759325" y="3625850"/>
          <p14:tracePt t="55403" x="4764088" y="3630613"/>
          <p14:tracePt t="55411" x="4768850" y="3635375"/>
          <p14:tracePt t="55419" x="4784725" y="3651250"/>
          <p14:tracePt t="55428" x="4803775" y="3675063"/>
          <p14:tracePt t="55437" x="4819650" y="3681413"/>
          <p14:tracePt t="55438" x="4833938" y="3695700"/>
          <p14:tracePt t="55447" x="4849813" y="3711575"/>
          <p14:tracePt t="55454" x="4859338" y="3721100"/>
          <p14:tracePt t="55461" x="4870450" y="3730625"/>
          <p14:tracePt t="55470" x="4884738" y="3741738"/>
          <p14:tracePt t="55478" x="4894263" y="3751263"/>
          <p14:tracePt t="55487" x="4910138" y="3767138"/>
          <p14:tracePt t="55495" x="4924425" y="3776663"/>
          <p14:tracePt t="55503" x="4930775" y="3786188"/>
          <p14:tracePt t="55511" x="4945063" y="3802063"/>
          <p14:tracePt t="55520" x="4970463" y="3811588"/>
          <p14:tracePt t="55522" x="4986338" y="3832225"/>
          <p14:tracePt t="55529" x="4995863" y="3846513"/>
          <p14:tracePt t="55537" x="5021263" y="3857625"/>
          <p14:tracePt t="55544" x="5035550" y="3867150"/>
          <p14:tracePt t="55553" x="5046663" y="3881438"/>
          <p14:tracePt t="55561" x="5070475" y="3897313"/>
          <p14:tracePt t="55570" x="5076825" y="3911600"/>
          <p14:tracePt t="55578" x="5091113" y="3917950"/>
          <p14:tracePt t="55586" x="5106988" y="3932238"/>
          <p14:tracePt t="55595" x="5121275" y="3943350"/>
          <p14:tracePt t="55596" x="5126038" y="3952875"/>
          <p14:tracePt t="55604" x="5156200" y="3973513"/>
          <p14:tracePt t="55611" x="5167313" y="3987800"/>
          <p14:tracePt t="55620" x="5181600" y="4003675"/>
          <p14:tracePt t="55628" x="5197475" y="4017963"/>
          <p14:tracePt t="55636" x="5222875" y="4033838"/>
          <p14:tracePt t="55645" x="5232400" y="4048125"/>
          <p14:tracePt t="55653" x="5246688" y="4064000"/>
          <p14:tracePt t="55662" x="5262563" y="4078288"/>
          <p14:tracePt t="55663" x="5287963" y="4094163"/>
          <p14:tracePt t="55672" x="5302250" y="4103688"/>
          <p14:tracePt t="55678" x="5313363" y="4119563"/>
          <p14:tracePt t="55687" x="5318125" y="4124325"/>
          <p14:tracePt t="55695" x="5332413" y="4138613"/>
          <p14:tracePt t="55703" x="5348288" y="4154488"/>
          <p14:tracePt t="55712" x="5353050" y="4159250"/>
          <p14:tracePt t="55719" x="5357813" y="4164013"/>
          <p14:tracePt t="55729" x="5362575" y="4168775"/>
          <p14:tracePt t="55736" x="5368925" y="4173538"/>
          <p14:tracePt t="55738" x="5378450" y="4173538"/>
          <p14:tracePt t="55746" x="5378450" y="4179888"/>
          <p14:tracePt t="55883" x="5362575" y="4159250"/>
          <p14:tracePt t="55890" x="5343525" y="4129088"/>
          <p14:tracePt t="55897" x="5308600" y="4089400"/>
          <p14:tracePt t="55905" x="5267325" y="4043363"/>
          <p14:tracePt t="55912" x="5222875" y="3992563"/>
          <p14:tracePt t="55919" x="5172075" y="3943350"/>
          <p14:tracePt t="55928" x="5095875" y="3892550"/>
          <p14:tracePt t="55936" x="5035550" y="3836988"/>
          <p14:tracePt t="55945" x="4960938" y="3786188"/>
          <p14:tracePt t="55953" x="4884738" y="3721100"/>
          <p14:tracePt t="55961" x="4814888" y="3681413"/>
          <p14:tracePt t="55963" x="4738688" y="3625850"/>
          <p14:tracePt t="55964" x="4662488" y="3575050"/>
          <p14:tracePt t="55971" x="4602163" y="3524250"/>
          <p14:tracePt t="55979" x="4541838" y="3484563"/>
          <p14:tracePt t="55986" x="4481513" y="3444875"/>
          <p14:tracePt t="55994" x="4432300" y="3403600"/>
          <p14:tracePt t="56003" x="4395788" y="3368675"/>
          <p14:tracePt t="56011" x="4360863" y="3343275"/>
          <p14:tracePt t="56020" x="4335463" y="3308350"/>
          <p14:tracePt t="56028" x="4300538" y="3278188"/>
          <p14:tracePt t="56037" x="4275138" y="3257550"/>
          <p14:tracePt t="56039" x="4249738" y="3222625"/>
          <p14:tracePt t="56046" x="4230688" y="3197225"/>
          <p14:tracePt t="56054" x="4205288" y="3176588"/>
          <p14:tracePt t="56062" x="4170363" y="3136900"/>
          <p14:tracePt t="56070" x="4140200" y="3101975"/>
          <p14:tracePt t="56078" x="4119563" y="3081338"/>
          <p14:tracePt t="56086" x="4094163" y="3046413"/>
          <p14:tracePt t="56095" x="4064000" y="3011488"/>
          <p14:tracePt t="56103" x="4048125" y="2976563"/>
          <p14:tracePt t="56111" x="4033838" y="2955925"/>
          <p14:tracePt t="56113" x="4017963" y="2921000"/>
          <p14:tracePt t="56121" x="4003675" y="2900363"/>
          <p14:tracePt t="56129" x="3987800" y="2874963"/>
          <p14:tracePt t="56136" x="3978275" y="2854325"/>
          <p14:tracePt t="56145" x="3957638" y="2819400"/>
          <p14:tracePt t="56153" x="3952875" y="2794000"/>
          <p14:tracePt t="56161" x="3943350" y="2784475"/>
          <p14:tracePt t="56170" x="3933825" y="2774950"/>
          <p14:tracePt t="56178" x="3933825" y="2763838"/>
          <p14:tracePt t="56186" x="3922713" y="2759075"/>
          <p14:tracePt t="56196" x="3922713" y="2749550"/>
          <p14:tracePt t="56203" x="3917950" y="2749550"/>
          <p14:tracePt t="56279" x="3917950" y="2754313"/>
          <p14:tracePt t="56286" x="3917950" y="2759075"/>
          <p14:tracePt t="56293" x="3917950" y="2779713"/>
          <p14:tracePt t="56302" x="3917950" y="2809875"/>
          <p14:tracePt t="56308" x="3917950" y="2840038"/>
          <p14:tracePt t="56316" x="3913188" y="2879725"/>
          <p14:tracePt t="56323" x="3883025" y="2995613"/>
          <p14:tracePt t="56331" x="3862388" y="3051175"/>
          <p14:tracePt t="56339" x="3832225" y="3122613"/>
          <p14:tracePt t="56347" x="3792538" y="3182938"/>
          <p14:tracePt t="56354" x="3736975" y="3257550"/>
          <p14:tracePt t="56362" x="3695700" y="3317875"/>
          <p14:tracePt t="56369" x="3646488" y="3378200"/>
          <p14:tracePt t="56378" x="3605213" y="3438525"/>
          <p14:tracePt t="56386" x="3556000" y="3505200"/>
          <p14:tracePt t="56395" x="3495675" y="3554413"/>
          <p14:tracePt t="56403" x="3444875" y="3595688"/>
          <p14:tracePt t="56412" x="3398838" y="3630613"/>
          <p14:tracePt t="56414" x="3338513" y="3660775"/>
          <p14:tracePt t="56420" x="3287713" y="3690938"/>
          <p14:tracePt t="56429" x="3243263" y="3716338"/>
          <p14:tracePt t="56436" x="3197225" y="3735388"/>
          <p14:tracePt t="56445" x="3167063" y="3741738"/>
          <p14:tracePt t="56453" x="3122613" y="3760788"/>
          <p14:tracePt t="56461" x="3081338" y="3760788"/>
          <p14:tracePt t="56469" x="3046413" y="3776663"/>
          <p14:tracePt t="56478" x="3016250" y="3776663"/>
          <p14:tracePt t="56486" x="2976563" y="3786188"/>
          <p14:tracePt t="56488" x="2951163" y="3797300"/>
          <p14:tracePt t="56496" x="2921000" y="3797300"/>
          <p14:tracePt t="56505" x="2881313" y="3802063"/>
          <p14:tracePt t="56511" x="2865438" y="3802063"/>
          <p14:tracePt t="56519" x="2860675" y="3802063"/>
          <p14:tracePt t="56528" x="2849563" y="3802063"/>
          <p14:tracePt t="56536" x="2840038" y="3802063"/>
          <p14:tracePt t="56544" x="2835275" y="3802063"/>
          <p14:tracePt t="56553" x="2825750" y="3797300"/>
          <p14:tracePt t="56561" x="2809875" y="3786188"/>
          <p14:tracePt t="56571" x="2789238" y="3751263"/>
          <p14:tracePt t="56579" x="2774950" y="3735388"/>
          <p14:tracePt t="56586" x="2759075" y="3716338"/>
          <p14:tracePt t="56595" x="2744788" y="3681413"/>
          <p14:tracePt t="56603" x="2724150" y="3651250"/>
          <p14:tracePt t="56611" x="2698750" y="3614738"/>
          <p14:tracePt t="56619" x="2684463" y="3579813"/>
          <p14:tracePt t="56628" x="2673350" y="3549650"/>
          <p14:tracePt t="56636" x="2649538" y="3514725"/>
          <p14:tracePt t="56646" x="2643188" y="3484563"/>
          <p14:tracePt t="56647" x="2633663" y="3459163"/>
          <p14:tracePt t="56653" x="2628900" y="3438525"/>
          <p14:tracePt t="56661" x="2619375" y="3424238"/>
          <p14:tracePt t="56669" x="2613025" y="3403600"/>
          <p14:tracePt t="56678" x="2613025" y="3398838"/>
          <p14:tracePt t="56686" x="2608263" y="3389313"/>
          <p14:tracePt t="56695" x="2608263" y="3378200"/>
          <p14:tracePt t="56706" x="2608263" y="3373438"/>
          <p14:tracePt t="56728" x="2608263" y="3368675"/>
          <p14:tracePt t="56735" x="2608263" y="3359150"/>
          <p14:tracePt t="56743" x="2624138" y="3333750"/>
          <p14:tracePt t="56751" x="2638425" y="3317875"/>
          <p14:tracePt t="56758" x="2659063" y="3303588"/>
          <p14:tracePt t="56766" x="2673350" y="3287713"/>
          <p14:tracePt t="56773" x="2689225" y="3278188"/>
          <p14:tracePt t="56781" x="2703513" y="3268663"/>
          <p14:tracePt t="56789" x="2709863" y="3262313"/>
          <p14:tracePt t="56796" x="2719388" y="3257550"/>
          <p14:tracePt t="56804" x="2735263" y="3248025"/>
          <p14:tracePt t="56811" x="2749550" y="3243263"/>
          <p14:tracePt t="56819" x="2759075" y="3243263"/>
          <p14:tracePt t="56828" x="2774950" y="3243263"/>
          <p14:tracePt t="56836" x="2784475" y="3243263"/>
          <p14:tracePt t="56845" x="2809875" y="3243263"/>
          <p14:tracePt t="56853" x="2819400" y="3243263"/>
          <p14:tracePt t="56862" x="2835275" y="3243263"/>
          <p14:tracePt t="56864" x="2855913" y="3248025"/>
          <p14:tracePt t="56871" x="2890838" y="3252788"/>
          <p14:tracePt t="56881" x="2895600" y="3252788"/>
          <p14:tracePt t="56886" x="2911475" y="3257550"/>
          <p14:tracePt t="56895" x="2916238" y="3257550"/>
          <p14:tracePt t="56902" x="2921000" y="3262313"/>
          <p14:tracePt t="56912" x="2925763" y="3262313"/>
          <p14:tracePt t="56919" x="2925763" y="3268663"/>
          <p14:tracePt t="56929" x="2930525" y="3268663"/>
          <p14:tracePt t="56931" x="2941638" y="3278188"/>
          <p14:tracePt t="56938" x="2946400" y="3282950"/>
          <p14:tracePt t="56946" x="2951163" y="3287713"/>
          <p14:tracePt t="56953" x="2955925" y="3298825"/>
          <p14:tracePt t="56961" x="2960688" y="3303588"/>
          <p14:tracePt t="56970" x="2965450" y="3317875"/>
          <p14:tracePt t="56978" x="2976563" y="3333750"/>
          <p14:tracePt t="56986" x="2990850" y="3348038"/>
          <p14:tracePt t="56996" x="2995613" y="3359150"/>
          <p14:tracePt t="56999" x="3006725" y="3382963"/>
          <p14:tracePt t="57007" x="3011488" y="3394075"/>
          <p14:tracePt t="57014" x="3016250" y="3408363"/>
          <p14:tracePt t="57022" x="3027363" y="3424238"/>
          <p14:tracePt t="57029" x="3032125" y="3444875"/>
          <p14:tracePt t="57037" x="3046413" y="3459163"/>
          <p14:tracePt t="57045" x="3067050" y="3494088"/>
          <p14:tracePt t="57053" x="3081338" y="3519488"/>
          <p14:tracePt t="57061" x="3097213" y="3540125"/>
          <p14:tracePt t="57070" x="3122613" y="3565525"/>
          <p14:tracePt t="57078" x="3136900" y="3600450"/>
          <p14:tracePt t="57086" x="3162300" y="3630613"/>
          <p14:tracePt t="57089" x="3192463" y="3665538"/>
          <p14:tracePt t="57096" x="3208338" y="3700463"/>
          <p14:tracePt t="57104" x="3243263" y="3735388"/>
          <p14:tracePt t="57112" x="3257550" y="3771900"/>
          <p14:tracePt t="57121" x="3282950" y="3790950"/>
          <p14:tracePt t="57128" x="3308350" y="3816350"/>
          <p14:tracePt t="57136" x="3324225" y="3851275"/>
          <p14:tracePt t="57145" x="3349625" y="3871913"/>
          <p14:tracePt t="57153" x="3373438" y="3906838"/>
          <p14:tracePt t="57161" x="3389313" y="3922713"/>
          <p14:tracePt t="57163" x="3409950" y="3948113"/>
          <p14:tracePt t="57171" x="3424238" y="3967163"/>
          <p14:tracePt t="57179" x="3440113" y="3983038"/>
          <p14:tracePt t="57187" x="3454400" y="4008438"/>
          <p14:tracePt t="57196" x="3479800" y="4022725"/>
          <p14:tracePt t="57210" x="3500438" y="4048125"/>
          <p14:tracePt t="57212" x="3514725" y="4073525"/>
          <p14:tracePt t="57224" x="3560763" y="4108450"/>
          <p14:tracePt t="57230" x="3575050" y="4124325"/>
          <p14:tracePt t="57239" x="3595688" y="4138613"/>
          <p14:tracePt t="57246" x="3609975" y="4164013"/>
          <p14:tracePt t="57253" x="3635375" y="4179888"/>
          <p14:tracePt t="57261" x="3651250" y="4189413"/>
          <p14:tracePt t="57270" x="3656013" y="4203700"/>
          <p14:tracePt t="57278" x="3671888" y="4210050"/>
          <p14:tracePt t="57286" x="3676650" y="4210050"/>
          <p14:tracePt t="57295" x="3676650" y="4219575"/>
          <p14:tracePt t="57303" x="3681413" y="4224338"/>
          <p14:tracePt t="57328" x="3681413" y="4229100"/>
          <p14:tracePt t="57336" x="3686175" y="4229100"/>
          <p14:tracePt t="57351" x="3690938" y="4233863"/>
          <p14:tracePt t="57358" x="3690938" y="4240213"/>
          <p14:tracePt t="57366" x="3695700" y="4254500"/>
          <p14:tracePt t="57373" x="3706813" y="4265613"/>
          <p14:tracePt t="57381" x="3721100" y="4279900"/>
          <p14:tracePt t="57388" x="3725863" y="4305300"/>
          <p14:tracePt t="57397" x="3741738" y="4319588"/>
          <p14:tracePt t="57403" x="3756025" y="4340225"/>
          <p14:tracePt t="57411" x="3776663" y="4386263"/>
          <p14:tracePt t="57420" x="3792538" y="4405313"/>
          <p14:tracePt t="57429" x="3806825" y="4430713"/>
          <p14:tracePt t="57437" x="3822700" y="4451350"/>
          <p14:tracePt t="57446" x="3832225" y="4476750"/>
          <p14:tracePt t="57448" x="3857625" y="4506913"/>
          <p14:tracePt t="57456" x="3862388" y="4532313"/>
          <p14:tracePt t="57464" x="3878263" y="4551363"/>
          <p14:tracePt t="57471" x="3892550" y="4567238"/>
          <p14:tracePt t="57479" x="3902075" y="4587875"/>
          <p14:tracePt t="57486" x="3913188" y="4602163"/>
          <p14:tracePt t="57494" x="3922713" y="4618038"/>
          <p14:tracePt t="57503" x="3927475" y="4632325"/>
          <p14:tracePt t="57511" x="3927475" y="4637088"/>
          <p14:tracePt t="57520" x="3933825" y="4641850"/>
          <p14:tracePt t="57528" x="3933825" y="4648200"/>
          <p14:tracePt t="57538" x="3938588" y="4648200"/>
          <p14:tracePt t="57623" x="3938588" y="4632325"/>
          <p14:tracePt t="57629" x="3933825" y="4602163"/>
          <p14:tracePt t="57636" x="3913188" y="4556125"/>
          <p14:tracePt t="57643" x="3883025" y="4511675"/>
          <p14:tracePt t="57651" x="3857625" y="4460875"/>
          <p14:tracePt t="57659" x="3827463" y="4405313"/>
          <p14:tracePt t="57666" x="3787775" y="4356100"/>
          <p14:tracePt t="57673" x="3736975" y="4305300"/>
          <p14:tracePt t="57681" x="3686175" y="4244975"/>
          <p14:tracePt t="57689" x="3635375" y="4194175"/>
          <p14:tracePt t="57696" x="3586163" y="4143375"/>
          <p14:tracePt t="57704" x="3525838" y="4094163"/>
          <p14:tracePt t="57712" x="3489325" y="4057650"/>
          <p14:tracePt t="57719" x="3454400" y="4022725"/>
          <p14:tracePt t="57728" x="3419475" y="3983038"/>
          <p14:tracePt t="57736" x="3394075" y="3962400"/>
          <p14:tracePt t="57745" x="3379788" y="3948113"/>
          <p14:tracePt t="57753" x="3363913" y="3922713"/>
          <p14:tracePt t="57762" x="3343275" y="3887788"/>
          <p14:tracePt t="57763" x="3328988" y="3867150"/>
          <p14:tracePt t="57772" x="3303588" y="3841750"/>
          <p14:tracePt t="57778" x="3287713" y="3806825"/>
          <p14:tracePt t="57787" x="3268663" y="3760788"/>
          <p14:tracePt t="57795" x="3243263" y="3716338"/>
          <p14:tracePt t="57803" x="3213100" y="3670300"/>
          <p14:tracePt t="57811" x="3182938" y="3621088"/>
          <p14:tracePt t="57820" x="3157538" y="3575050"/>
          <p14:tracePt t="57828" x="3127375" y="3514725"/>
          <p14:tracePt t="57830" x="3097213" y="3468688"/>
          <p14:tracePt t="57839" x="3071813" y="3424238"/>
          <p14:tracePt t="57846" x="3041650" y="3389313"/>
          <p14:tracePt t="57854" x="3027363" y="3363913"/>
          <p14:tracePt t="57861" x="3011488" y="3333750"/>
          <p14:tracePt t="57870" x="2995613" y="3317875"/>
          <p14:tracePt t="57878" x="2986088" y="3303588"/>
          <p14:tracePt t="57886" x="2971800" y="3287713"/>
          <p14:tracePt t="57895" x="2955925" y="3273425"/>
          <p14:tracePt t="57903" x="2941638" y="3268663"/>
          <p14:tracePt t="57905" x="2935288" y="3252788"/>
          <p14:tracePt t="57914" x="2930525" y="3248025"/>
          <p14:tracePt t="57921" x="2925763" y="3248025"/>
          <p14:tracePt t="57928" x="2916238" y="3243263"/>
          <p14:tracePt t="57944" x="2911475" y="3236913"/>
          <p14:tracePt t="58094" x="2921000" y="3243263"/>
          <p14:tracePt t="58101" x="2930525" y="3248025"/>
          <p14:tracePt t="58108" x="2946400" y="3262313"/>
          <p14:tracePt t="58116" x="2965450" y="3287713"/>
          <p14:tracePt t="58124" x="3027363" y="3338513"/>
          <p14:tracePt t="58131" x="3062288" y="3373438"/>
          <p14:tracePt t="58138" x="3097213" y="3408363"/>
          <p14:tracePt t="58145" x="3136900" y="3459163"/>
          <p14:tracePt t="58154" x="3173413" y="3494088"/>
          <p14:tracePt t="58162" x="3203575" y="3529013"/>
          <p14:tracePt t="58169" x="3238500" y="3565525"/>
          <p14:tracePt t="58178" x="3263900" y="3609975"/>
          <p14:tracePt t="58187" x="3287713" y="3635375"/>
          <p14:tracePt t="58195" x="3313113" y="3670300"/>
          <p14:tracePt t="58203" x="3343275" y="3705225"/>
          <p14:tracePt t="58206" x="3363913" y="3730625"/>
          <p14:tracePt t="58214" x="3379788" y="3760788"/>
          <p14:tracePt t="58221" x="3419475" y="3797300"/>
          <p14:tracePt t="58229" x="3440113" y="3821113"/>
          <p14:tracePt t="58236" x="3479800" y="3871913"/>
          <p14:tracePt t="58245" x="3505200" y="3892550"/>
          <p14:tracePt t="58253" x="3540125" y="3932238"/>
          <p14:tracePt t="58261" x="3565525" y="3967163"/>
          <p14:tracePt t="58270" x="3605213" y="4013200"/>
          <p14:tracePt t="58278" x="3630613" y="4048125"/>
          <p14:tracePt t="58287" x="3656013" y="4073525"/>
          <p14:tracePt t="58288" x="3681413" y="4108450"/>
          <p14:tracePt t="58297" x="3721100" y="4164013"/>
          <p14:tracePt t="58303" x="3736975" y="4184650"/>
          <p14:tracePt t="58311" x="3751263" y="4198938"/>
          <p14:tracePt t="58320" x="3771900" y="4224338"/>
          <p14:tracePt t="58328" x="3787775" y="4244975"/>
          <p14:tracePt t="58336" x="3811588" y="4270375"/>
          <p14:tracePt t="58345" x="3832225" y="4289425"/>
          <p14:tracePt t="58353" x="3857625" y="4314825"/>
          <p14:tracePt t="58362" x="3871913" y="4349750"/>
          <p14:tracePt t="58364" x="3897313" y="4370388"/>
          <p14:tracePt t="58372" x="3913188" y="4395788"/>
          <p14:tracePt t="58379" x="3927475" y="4411663"/>
          <p14:tracePt t="58386" x="3943350" y="4430713"/>
          <p14:tracePt t="58395" x="3948113" y="4435475"/>
          <p14:tracePt t="58403" x="3957638" y="4451350"/>
          <p14:tracePt t="58411" x="3957638" y="4456113"/>
          <p14:tracePt t="58419" x="3968750" y="4456113"/>
          <p14:tracePt t="58429" x="3968750" y="4460875"/>
          <p14:tracePt t="58436" x="3973513" y="4460875"/>
          <p14:tracePt t="58823" x="3933825" y="4416425"/>
          <p14:tracePt t="58838" x="3867150" y="4330700"/>
          <p14:tracePt t="58848" x="3736975" y="4194175"/>
          <p14:tracePt t="58854" x="3676650" y="4129088"/>
          <p14:tracePt t="58862" x="3600450" y="4052888"/>
          <p14:tracePt t="58871" x="3540125" y="3992563"/>
          <p14:tracePt t="58881" x="3475038" y="3932238"/>
          <p14:tracePt t="58888" x="3414713" y="3876675"/>
          <p14:tracePt t="58897" x="3303588" y="3776663"/>
          <p14:tracePt t="58906" x="3252788" y="3725863"/>
          <p14:tracePt t="58912" x="3217863" y="3690938"/>
          <p14:tracePt t="58921" x="3192463" y="3665538"/>
          <p14:tracePt t="58929" x="3157538" y="3640138"/>
          <p14:tracePt t="58938" x="3136900" y="3621088"/>
          <p14:tracePt t="58946" x="3122613" y="3595688"/>
          <p14:tracePt t="58953" x="3106738" y="3579813"/>
          <p14:tracePt t="58963" x="3092450" y="3575050"/>
          <p14:tracePt t="58972" x="3071813" y="3554413"/>
          <p14:tracePt t="58980" x="3067050" y="3549650"/>
          <p14:tracePt t="58996" x="3062288" y="3544888"/>
          <p14:tracePt t="59002" x="3057525" y="3544888"/>
          <p14:tracePt t="59032" x="3057525" y="3535363"/>
          <p14:tracePt t="59102" x="3062288" y="3535363"/>
          <p14:tracePt t="59109" x="3081338" y="3535363"/>
          <p14:tracePt t="59115" x="3111500" y="3535363"/>
          <p14:tracePt t="59124" x="3162300" y="3535363"/>
          <p14:tracePt t="59131" x="3222625" y="3540125"/>
          <p14:tracePt t="59138" x="3287713" y="3549650"/>
          <p14:tracePt t="59147" x="3373438" y="3559175"/>
          <p14:tracePt t="59154" x="3444875" y="3579813"/>
          <p14:tracePt t="59164" x="3514725" y="3600450"/>
          <p14:tracePt t="59171" x="3579813" y="3600450"/>
          <p14:tracePt t="59179" x="3681413" y="3621088"/>
          <p14:tracePt t="59189" x="3721100" y="3621088"/>
          <p14:tracePt t="59191" x="3751263" y="3621088"/>
          <p14:tracePt t="59197" x="3781425" y="3614738"/>
          <p14:tracePt t="59204" x="3806825" y="3614738"/>
          <p14:tracePt t="59213" x="3827463" y="3609975"/>
          <p14:tracePt t="59220" x="3841750" y="3605213"/>
          <p14:tracePt t="59229" x="3862388" y="3589338"/>
          <p14:tracePt t="59237" x="3878263" y="3565525"/>
          <p14:tracePt t="59246" x="3892550" y="3544888"/>
          <p14:tracePt t="59253" x="3892550" y="3519488"/>
          <p14:tracePt t="59259" x="3913188" y="3479800"/>
          <p14:tracePt t="59265" x="3933825" y="3419475"/>
          <p14:tracePt t="59273" x="3948113" y="3363913"/>
          <p14:tracePt t="59281" x="3957638" y="3292475"/>
          <p14:tracePt t="59287" x="3968750" y="3222625"/>
          <p14:tracePt t="59297" x="3968750" y="3157538"/>
          <p14:tracePt t="59306" x="3968750" y="3076575"/>
          <p14:tracePt t="59312" x="3968750" y="2995613"/>
          <p14:tracePt t="59321" x="3963988" y="2909888"/>
          <p14:tracePt t="59329" x="3952875" y="2830513"/>
          <p14:tracePt t="59338" x="3943350" y="2749550"/>
          <p14:tracePt t="59347" x="3913188" y="2582863"/>
          <p14:tracePt t="59356" x="3892550" y="2416175"/>
          <p14:tracePt t="59363" x="3883025" y="2346325"/>
          <p14:tracePt t="59371" x="3871913" y="2281238"/>
          <p14:tracePt t="59380" x="3862388" y="2209800"/>
          <p14:tracePt t="59388" x="3852863" y="2155825"/>
          <p14:tracePt t="59396" x="3841750" y="2109788"/>
          <p14:tracePt t="59404" x="3836988" y="2063750"/>
          <p14:tracePt t="59414" x="3817938" y="2019300"/>
          <p14:tracePt t="59420" x="3811588" y="1998663"/>
          <p14:tracePt t="59423" x="3802063" y="1979613"/>
          <p14:tracePt t="59431" x="3802063" y="1963738"/>
          <p14:tracePt t="59437" x="3797300" y="1943100"/>
          <p14:tracePt t="59446" x="3787775" y="1928813"/>
          <p14:tracePt t="59454" x="3781425" y="1924050"/>
          <p14:tracePt t="59462" x="3781425" y="1917700"/>
          <p14:tracePt t="59471" x="3781425" y="1908175"/>
          <p14:tracePt t="59491" x="3781425" y="1903413"/>
          <p14:tracePt t="59505" x="3776663" y="1903413"/>
          <p14:tracePt t="59528" x="3792538" y="1917700"/>
          <p14:tracePt t="59535" x="3806825" y="1938338"/>
          <p14:tracePt t="59542" x="3841750" y="1984375"/>
          <p14:tracePt t="59546" x="3883025" y="2058988"/>
          <p14:tracePt t="59553" x="3922713" y="2144713"/>
          <p14:tracePt t="59563" x="3978275" y="2239963"/>
          <p14:tracePt t="59574" x="4048125" y="2355850"/>
          <p14:tracePt t="59576" x="4119563" y="2482850"/>
          <p14:tracePt t="59580" x="4194175" y="2638425"/>
          <p14:tracePt t="59588" x="4295775" y="2819400"/>
          <p14:tracePt t="59598" x="4371975" y="2976563"/>
          <p14:tracePt t="59603" x="4456113" y="3157538"/>
          <p14:tracePt t="59612" x="4552950" y="3338513"/>
          <p14:tracePt t="59619" x="4643438" y="3544888"/>
          <p14:tracePt t="59625" x="4718050" y="3695700"/>
          <p14:tracePt t="59633" x="4784725" y="3871913"/>
          <p14:tracePt t="59640" x="4845050" y="4017963"/>
          <p14:tracePt t="59647" x="4924425" y="4173538"/>
          <p14:tracePt t="59655" x="4991100" y="4284663"/>
          <p14:tracePt t="59663" x="5060950" y="4416425"/>
          <p14:tracePt t="59670" x="5116513" y="4516438"/>
          <p14:tracePt t="59679" x="5181600" y="4602163"/>
          <p14:tracePt t="59687" x="5237163" y="4678363"/>
          <p14:tracePt t="59697" x="5278438" y="4748213"/>
          <p14:tracePt t="59704" x="5313363" y="4799013"/>
          <p14:tracePt t="59714" x="5362575" y="4843463"/>
          <p14:tracePt t="59716" x="5378450" y="4859338"/>
          <p14:tracePt t="59721" x="5383213" y="4864100"/>
          <p14:tracePt t="59730" x="5387975" y="4868863"/>
          <p14:tracePt t="59737" x="5392738" y="4868863"/>
          <p14:tracePt t="59745" x="5392738" y="4873625"/>
          <p14:tracePt t="59760" x="5399088" y="4873625"/>
          <p14:tracePt t="60014" x="5353050" y="4824413"/>
          <p14:tracePt t="60022" x="5302250" y="4738688"/>
          <p14:tracePt t="60031" x="5237163" y="4648200"/>
          <p14:tracePt t="60037" x="5181600" y="4562475"/>
          <p14:tracePt t="60045" x="5116513" y="4476750"/>
          <p14:tracePt t="60055" x="5035550" y="4375150"/>
          <p14:tracePt t="60062" x="4960938" y="4284663"/>
          <p14:tracePt t="60070" x="4829175" y="4098925"/>
          <p14:tracePt t="60079" x="4773613" y="4022725"/>
          <p14:tracePt t="60086" x="4724400" y="3952875"/>
          <p14:tracePt t="60095" x="4668838" y="3876675"/>
          <p14:tracePt t="60097" x="4627563" y="3816350"/>
          <p14:tracePt t="60105" x="4578350" y="3741738"/>
          <p14:tracePt t="60112" x="4532313" y="3670300"/>
          <p14:tracePt t="60122" x="4492625" y="3595688"/>
          <p14:tracePt t="60129" x="4425950" y="3519488"/>
          <p14:tracePt t="60137" x="4376738" y="3449638"/>
          <p14:tracePt t="60146" x="4335463" y="3373438"/>
          <p14:tracePt t="60153" x="4279900" y="3287713"/>
          <p14:tracePt t="60162" x="4240213" y="3227388"/>
          <p14:tracePt t="60166" x="4200525" y="3152775"/>
          <p14:tracePt t="60171" x="4159250" y="3090863"/>
          <p14:tracePt t="60181" x="4129088" y="3036888"/>
          <p14:tracePt t="60188" x="4089400" y="2976563"/>
          <p14:tracePt t="60195" x="4059238" y="2914650"/>
          <p14:tracePt t="60204" x="4017963" y="2865438"/>
          <p14:tracePt t="60212" x="3987800" y="2805113"/>
          <p14:tracePt t="60220" x="3963988" y="2759075"/>
          <p14:tracePt t="60228" x="3933825" y="2698750"/>
          <p14:tracePt t="60231" x="3892550" y="2654300"/>
          <p14:tracePt t="60240" x="3862388" y="2603500"/>
          <p14:tracePt t="60247" x="3806825" y="2497138"/>
          <p14:tracePt t="60255" x="3776663" y="2452688"/>
          <p14:tracePt t="60262" x="3751263" y="2416175"/>
          <p14:tracePt t="60271" x="3732213" y="2371725"/>
          <p14:tracePt t="60279" x="3711575" y="2346325"/>
          <p14:tracePt t="60287" x="3702050" y="2316163"/>
          <p14:tracePt t="60295" x="3686175" y="2281238"/>
          <p14:tracePt t="60304" x="3676650" y="2260600"/>
          <p14:tracePt t="60312" x="3665538" y="2246313"/>
          <p14:tracePt t="60321" x="3656013" y="2225675"/>
          <p14:tracePt t="60322" x="3641725" y="2200275"/>
          <p14:tracePt t="60328" x="3635375" y="2190750"/>
          <p14:tracePt t="60337" x="3621088" y="2165350"/>
          <p14:tracePt t="60345" x="3605213" y="2149475"/>
          <p14:tracePt t="60354" x="3600450" y="2135188"/>
          <p14:tracePt t="60362" x="3586163" y="2125663"/>
          <p14:tracePt t="60369" x="3586163" y="2119313"/>
          <p14:tracePt t="60378" x="3579813" y="2109788"/>
          <p14:tracePt t="60381" x="3570288" y="2105025"/>
          <p14:tracePt t="60397" x="3565525" y="2105025"/>
          <p14:tracePt t="60404" x="3565525" y="2100263"/>
          <p14:tracePt t="60433" x="3579813" y="2105025"/>
          <p14:tracePt t="60442" x="3600450" y="2119313"/>
          <p14:tracePt t="60448" x="3635375" y="2155825"/>
          <p14:tracePt t="60457" x="3671888" y="2190750"/>
          <p14:tracePt t="60463" x="3711575" y="2239963"/>
          <p14:tracePt t="60471" x="3762375" y="2301875"/>
          <p14:tracePt t="60479" x="3817938" y="2366963"/>
          <p14:tracePt t="60487" x="3867150" y="2427288"/>
          <p14:tracePt t="60495" x="3917950" y="2501900"/>
          <p14:tracePt t="60503" x="3983038" y="2573338"/>
          <p14:tracePt t="60512" x="4038600" y="2647950"/>
          <p14:tracePt t="60521" x="4089400" y="2708275"/>
          <p14:tracePt t="60529" x="4140200" y="2774950"/>
          <p14:tracePt t="60537" x="4179888" y="2835275"/>
          <p14:tracePt t="60540" x="4219575" y="2895600"/>
          <p14:tracePt t="60546" x="4244975" y="2930525"/>
          <p14:tracePt t="60554" x="4275138" y="2976563"/>
          <p14:tracePt t="60562" x="4300538" y="3011488"/>
          <p14:tracePt t="60572" x="4316413" y="3030538"/>
          <p14:tracePt t="60579" x="4340225" y="3055938"/>
          <p14:tracePt t="60587" x="4356100" y="3090863"/>
          <p14:tracePt t="60595" x="4376738" y="3106738"/>
          <p14:tracePt t="60604" x="4402138" y="3127375"/>
          <p14:tracePt t="60612" x="4446588" y="3171825"/>
          <p14:tracePt t="60622" x="4492625" y="3222625"/>
          <p14:tracePt t="60630" x="4518025" y="3243263"/>
          <p14:tracePt t="60637" x="4532313" y="3268663"/>
          <p14:tracePt t="60645" x="4567238" y="3303588"/>
          <p14:tracePt t="60653" x="4592638" y="3322638"/>
          <p14:tracePt t="60663" x="4608513" y="3348038"/>
          <p14:tracePt t="60671" x="4638675" y="3378200"/>
          <p14:tracePt t="60680" x="4662488" y="3413125"/>
          <p14:tracePt t="60682" x="4703763" y="3454400"/>
          <p14:tracePt t="60689" x="4729163" y="3498850"/>
          <p14:tracePt t="60696" x="4778375" y="3540125"/>
          <p14:tracePt t="60705" x="4819650" y="3584575"/>
          <p14:tracePt t="60714" x="4859338" y="3644900"/>
          <p14:tracePt t="60721" x="4900613" y="3705225"/>
          <p14:tracePt t="60728" x="4940300" y="3767138"/>
          <p14:tracePt t="60738" x="4979988" y="3827463"/>
          <p14:tracePt t="60745" x="5010150" y="3887788"/>
          <p14:tracePt t="60753" x="5051425" y="3948113"/>
          <p14:tracePt t="60761" x="5076825" y="3997325"/>
          <p14:tracePt t="60765" x="5095875" y="4043363"/>
          <p14:tracePt t="60774" x="5111750" y="4073525"/>
          <p14:tracePt t="60779" x="5137150" y="4108450"/>
          <p14:tracePt t="60788" x="5162550" y="4138613"/>
          <p14:tracePt t="60795" x="5167313" y="4149725"/>
          <p14:tracePt t="60804" x="5172075" y="4149725"/>
          <p14:tracePt t="60812" x="5176838" y="4159250"/>
          <p14:tracePt t="60821" x="5176838" y="4164013"/>
          <p14:tracePt t="60839" x="5176838" y="4168775"/>
          <p14:tracePt t="61918" x="5167313" y="4143375"/>
          <p14:tracePt t="61926" x="5141913" y="4108450"/>
          <p14:tracePt t="61933" x="5116513" y="4064000"/>
          <p14:tracePt t="61941" x="5095875" y="4017963"/>
          <p14:tracePt t="61948" x="5081588" y="3983038"/>
          <p14:tracePt t="61956" x="5060950" y="3952875"/>
          <p14:tracePt t="61964" x="5046663" y="3917950"/>
          <p14:tracePt t="61971" x="5030788" y="3897313"/>
          <p14:tracePt t="61979" x="5010150" y="3857625"/>
          <p14:tracePt t="61986" x="5000625" y="3836988"/>
          <p14:tracePt t="61995" x="4986338" y="3816350"/>
          <p14:tracePt t="62003" x="4970463" y="3802063"/>
          <p14:tracePt t="62011" x="4954588" y="3767138"/>
          <p14:tracePt t="62020" x="4935538" y="3746500"/>
          <p14:tracePt t="62028" x="4905375" y="3711575"/>
          <p14:tracePt t="62037" x="4879975" y="3675063"/>
          <p14:tracePt t="62039" x="4859338" y="3651250"/>
          <p14:tracePt t="62046" x="4829175" y="3614738"/>
          <p14:tracePt t="62055" x="4803775" y="3579813"/>
          <p14:tracePt t="62061" x="4784725" y="3559175"/>
          <p14:tracePt t="62070" x="4748213" y="3529013"/>
          <p14:tracePt t="62078" x="4718050" y="3498850"/>
          <p14:tracePt t="62087" x="4699000" y="3475038"/>
          <p14:tracePt t="62095" x="4662488" y="3449638"/>
          <p14:tracePt t="62103" x="4638675" y="3424238"/>
          <p14:tracePt t="62111" x="4618038" y="3398838"/>
          <p14:tracePt t="62113" x="4583113" y="3382963"/>
          <p14:tracePt t="62121" x="4548188" y="3348038"/>
          <p14:tracePt t="62129" x="4497388" y="3308350"/>
          <p14:tracePt t="62136" x="4446588" y="3273425"/>
          <p14:tracePt t="62145" x="4402138" y="3222625"/>
          <p14:tracePt t="62153" x="4360863" y="3182938"/>
          <p14:tracePt t="62161" x="4275138" y="3086100"/>
          <p14:tracePt t="62170" x="4225925" y="3036888"/>
          <p14:tracePt t="62179" x="4194175" y="2990850"/>
          <p14:tracePt t="62181" x="4159250" y="2955925"/>
          <p14:tracePt t="62189" x="4124325" y="2905125"/>
          <p14:tracePt t="62197" x="4098925" y="2879725"/>
          <p14:tracePt t="62204" x="4084638" y="2860675"/>
          <p14:tracePt t="62214" x="4059238" y="2835275"/>
          <p14:tracePt t="62227" x="4024313" y="2800350"/>
          <p14:tracePt t="62233" x="4008438" y="2774950"/>
          <p14:tracePt t="62241" x="3994150" y="2759075"/>
          <p14:tracePt t="62249" x="3978275" y="2749550"/>
          <p14:tracePt t="62256" x="3963988" y="2738438"/>
          <p14:tracePt t="62263" x="3957638" y="2728913"/>
          <p14:tracePt t="62271" x="3943350" y="2719388"/>
          <p14:tracePt t="62278" x="3938588" y="2714625"/>
          <p14:tracePt t="62286" x="3938588" y="2708275"/>
          <p14:tracePt t="62294" x="3938588" y="2703513"/>
          <p14:tracePt t="62303" x="3933825" y="2703513"/>
          <p14:tracePt t="62323" x="3933825" y="2698750"/>
          <p14:tracePt t="63209" x="3938588" y="2698750"/>
          <p14:tracePt t="63231" x="3938588" y="2703513"/>
          <p14:tracePt t="63315" x="3943350" y="2703513"/>
          <p14:tracePt t="63336" x="3952875" y="2708275"/>
          <p14:tracePt t="63351" x="3957638" y="2714625"/>
          <p14:tracePt t="63359" x="3963988" y="2719388"/>
          <p14:tracePt t="63366" x="3968750" y="2724150"/>
          <p14:tracePt t="63373" x="3968750" y="2733675"/>
          <p14:tracePt t="63382" x="3973513" y="2738438"/>
          <p14:tracePt t="63389" x="3978275" y="2744788"/>
          <p14:tracePt t="63397" x="3978275" y="2763838"/>
          <p14:tracePt t="63404" x="3983038" y="2768600"/>
          <p14:tracePt t="63412" x="3983038" y="2809875"/>
          <p14:tracePt t="63419" x="3994150" y="2830513"/>
          <p14:tracePt t="63428" x="3994150" y="2860675"/>
          <p14:tracePt t="63436" x="3994150" y="2884488"/>
          <p14:tracePt t="63445" x="3994150" y="2925763"/>
          <p14:tracePt t="63448" x="3994150" y="2955925"/>
          <p14:tracePt t="63457" x="3994150" y="3006725"/>
          <p14:tracePt t="63463" x="3994150" y="3060700"/>
          <p14:tracePt t="63472" x="3994150" y="3111500"/>
          <p14:tracePt t="63479" x="3994150" y="3182938"/>
          <p14:tracePt t="63486" x="3987800" y="3262313"/>
          <p14:tracePt t="63495" x="3987800" y="3333750"/>
          <p14:tracePt t="63503" x="3987800" y="3413125"/>
          <p14:tracePt t="63511" x="3987800" y="3479800"/>
          <p14:tracePt t="63520" x="3987800" y="3559175"/>
          <p14:tracePt t="63529" x="3978275" y="3630613"/>
          <p14:tracePt t="63530" x="3968750" y="3686175"/>
          <p14:tracePt t="63539" x="3957638" y="3730625"/>
          <p14:tracePt t="63546" x="3957638" y="3760788"/>
          <p14:tracePt t="63553" x="3952875" y="3790950"/>
          <p14:tracePt t="63562" x="3943350" y="3811588"/>
          <p14:tracePt t="63570" x="3938588" y="3836988"/>
          <p14:tracePt t="63578" x="3938588" y="3846513"/>
          <p14:tracePt t="63586" x="3922713" y="3871913"/>
          <p14:tracePt t="63595" x="3902075" y="3897313"/>
          <p14:tracePt t="63604" x="3887788" y="3922713"/>
          <p14:tracePt t="63607" x="3871913" y="3937000"/>
          <p14:tracePt t="63614" x="3857625" y="3952875"/>
          <p14:tracePt t="63621" x="3832225" y="3967163"/>
          <p14:tracePt t="63629" x="3822700" y="3978275"/>
          <p14:tracePt t="63636" x="3806825" y="3992563"/>
          <p14:tracePt t="63645" x="3781425" y="4008438"/>
          <p14:tracePt t="63652" x="3762375" y="4022725"/>
          <p14:tracePt t="63662" x="3736975" y="4038600"/>
          <p14:tracePt t="63670" x="3716338" y="4052888"/>
          <p14:tracePt t="63679" x="3690938" y="4068763"/>
          <p14:tracePt t="63681" x="3660775" y="4083050"/>
          <p14:tracePt t="63689" x="3641725" y="4083050"/>
          <p14:tracePt t="63697" x="3605213" y="4103688"/>
          <p14:tracePt t="63704" x="3595688" y="4108450"/>
          <p14:tracePt t="63712" x="3560763" y="4113213"/>
          <p14:tracePt t="63720" x="3549650" y="4124325"/>
          <p14:tracePt t="63728" x="3525838" y="4124325"/>
          <p14:tracePt t="63737" x="3505200" y="4124325"/>
          <p14:tracePt t="63745" x="3475038" y="4129088"/>
          <p14:tracePt t="63753" x="3454400" y="4129088"/>
          <p14:tracePt t="63756" x="3429000" y="4129088"/>
          <p14:tracePt t="63763" x="3398838" y="4129088"/>
          <p14:tracePt t="63771" x="3379788" y="4119563"/>
          <p14:tracePt t="63772" x="3349625" y="4113213"/>
          <p14:tracePt t="63778" x="3324225" y="4103688"/>
          <p14:tracePt t="63786" x="3294063" y="4098925"/>
          <p14:tracePt t="63795" x="3273425" y="4089400"/>
          <p14:tracePt t="63803" x="3252788" y="4089400"/>
          <p14:tracePt t="63811" x="3227388" y="4083050"/>
          <p14:tracePt t="63821" x="3208338" y="4073525"/>
          <p14:tracePt t="63828" x="3192463" y="4068763"/>
          <p14:tracePt t="63836" x="3178175" y="4064000"/>
          <p14:tracePt t="63845" x="3167063" y="4052888"/>
          <p14:tracePt t="63847" x="3141663" y="4048125"/>
          <p14:tracePt t="63854" x="3132138" y="4043363"/>
          <p14:tracePt t="63861" x="3122613" y="4033838"/>
          <p14:tracePt t="63870" x="3111500" y="4022725"/>
          <p14:tracePt t="63879" x="3101975" y="4008438"/>
          <p14:tracePt t="63886" x="3092450" y="4003675"/>
          <p14:tracePt t="63896" x="3081338" y="3987800"/>
          <p14:tracePt t="63903" x="3076575" y="3967163"/>
          <p14:tracePt t="63912" x="3067050" y="3943350"/>
          <p14:tracePt t="63914" x="3067050" y="3911600"/>
          <p14:tracePt t="63921" x="3067050" y="3881438"/>
          <p14:tracePt t="63929" x="3067050" y="3862388"/>
          <p14:tracePt t="63937" x="3067050" y="3832225"/>
          <p14:tracePt t="63944" x="3067050" y="3811588"/>
          <p14:tracePt t="63953" x="3071813" y="3767138"/>
          <p14:tracePt t="63962" x="3071813" y="3746500"/>
          <p14:tracePt t="63970" x="3076575" y="3721100"/>
          <p14:tracePt t="63978" x="3076575" y="3700463"/>
          <p14:tracePt t="63987" x="3087688" y="3681413"/>
          <p14:tracePt t="63989" x="3087688" y="3656013"/>
          <p14:tracePt t="63996" x="3092450" y="3644900"/>
          <p14:tracePt t="64003" x="3101975" y="3621088"/>
          <p14:tracePt t="64012" x="3101975" y="3609975"/>
          <p14:tracePt t="64020" x="3106738" y="3584575"/>
          <p14:tracePt t="64028" x="3106738" y="3575050"/>
          <p14:tracePt t="64037" x="3111500" y="3570288"/>
          <p14:tracePt t="64045" x="3111500" y="3565525"/>
          <p14:tracePt t="64053" x="3117850" y="3554413"/>
          <p14:tracePt t="64064" x="3117850" y="3549650"/>
          <p14:tracePt t="64072" x="3117850" y="3544888"/>
          <p14:tracePt t="64079" x="3127375" y="3544888"/>
          <p14:tracePt t="64087" x="3132138" y="3540125"/>
          <p14:tracePt t="64095" x="3141663" y="3535363"/>
          <p14:tracePt t="64103" x="3157538" y="3524250"/>
          <p14:tracePt t="64111" x="3178175" y="3519488"/>
          <p14:tracePt t="64119" x="3203575" y="3519488"/>
          <p14:tracePt t="64128" x="3222625" y="3519488"/>
          <p14:tracePt t="64137" x="3263900" y="3519488"/>
          <p14:tracePt t="64138" x="3287713" y="3519488"/>
          <p14:tracePt t="64147" x="3308350" y="3519488"/>
          <p14:tracePt t="64153" x="3333750" y="3535363"/>
          <p14:tracePt t="64162" x="3354388" y="3544888"/>
          <p14:tracePt t="64169" x="3379788" y="3565525"/>
          <p14:tracePt t="64178" x="3389313" y="3579813"/>
          <p14:tracePt t="64188" x="3414713" y="3605213"/>
          <p14:tracePt t="64195" x="3440113" y="3630613"/>
          <p14:tracePt t="64203" x="3454400" y="3651250"/>
          <p14:tracePt t="64212" x="3470275" y="3681413"/>
          <p14:tracePt t="64216" x="3484563" y="3705225"/>
          <p14:tracePt t="64221" x="3489325" y="3735388"/>
          <p14:tracePt t="64229" x="3500438" y="3751263"/>
          <p14:tracePt t="64236" x="3505200" y="3771900"/>
          <p14:tracePt t="64245" x="3514725" y="3802063"/>
          <p14:tracePt t="64253" x="3519488" y="3827463"/>
          <p14:tracePt t="64261" x="3519488" y="3846513"/>
          <p14:tracePt t="64270" x="3530600" y="3867150"/>
          <p14:tracePt t="64278" x="3530600" y="3881438"/>
          <p14:tracePt t="64287" x="3530600" y="3902075"/>
          <p14:tracePt t="64289" x="3530600" y="3922713"/>
          <p14:tracePt t="64297" x="3525838" y="3948113"/>
          <p14:tracePt t="64304" x="3525838" y="3957638"/>
          <p14:tracePt t="64312" x="3509963" y="4013200"/>
          <p14:tracePt t="64320" x="3505200" y="4033838"/>
          <p14:tracePt t="64328" x="3495675" y="4057650"/>
          <p14:tracePt t="64337" x="3489325" y="4078288"/>
          <p14:tracePt t="64345" x="3475038" y="4103688"/>
          <p14:tracePt t="64353" x="3465513" y="4113213"/>
          <p14:tracePt t="64357" x="3459163" y="4119563"/>
          <p14:tracePt t="64364" x="3454400" y="4133850"/>
          <p14:tracePt t="64371" x="3449638" y="4138613"/>
          <p14:tracePt t="64379" x="3433763" y="4143375"/>
          <p14:tracePt t="64386" x="3424238" y="4154488"/>
          <p14:tracePt t="64395" x="3409950" y="4159250"/>
          <p14:tracePt t="64403" x="3379788" y="4159250"/>
          <p14:tracePt t="64411" x="3349625" y="4159250"/>
          <p14:tracePt t="64420" x="3328988" y="4159250"/>
          <p14:tracePt t="64428" x="3282950" y="4149725"/>
          <p14:tracePt t="64436" x="3252788" y="4138613"/>
          <p14:tracePt t="64447" x="3187700" y="4108450"/>
          <p14:tracePt t="64453" x="3167063" y="4098925"/>
          <p14:tracePt t="64463" x="3141663" y="4083050"/>
          <p14:tracePt t="64469" x="3117850" y="4064000"/>
          <p14:tracePt t="64479" x="3106738" y="4048125"/>
          <p14:tracePt t="64486" x="3092450" y="4022725"/>
          <p14:tracePt t="64494" x="3067050" y="3987800"/>
          <p14:tracePt t="64503" x="3062288" y="3967163"/>
          <p14:tracePt t="64511" x="3062288" y="3948113"/>
          <p14:tracePt t="64513" x="3051175" y="3922713"/>
          <p14:tracePt t="64522" x="3051175" y="3911600"/>
          <p14:tracePt t="64529" x="3046413" y="3897313"/>
          <p14:tracePt t="64536" x="3046413" y="3881438"/>
          <p14:tracePt t="64545" x="3046413" y="3871913"/>
          <p14:tracePt t="64554" x="3046413" y="3867150"/>
          <p14:tracePt t="64561" x="3046413" y="3851275"/>
          <p14:tracePt t="64570" x="3046413" y="3846513"/>
          <p14:tracePt t="64578" x="3046413" y="3841750"/>
          <p14:tracePt t="64589" x="3046413" y="3836988"/>
          <p14:tracePt t="64596" x="3046413" y="3832225"/>
          <p14:tracePt t="64611" x="3046413" y="3821113"/>
          <p14:tracePt t="64625" x="3046413" y="3816350"/>
          <p14:tracePt t="64641" x="3046413" y="3811588"/>
          <p14:tracePt t="64656" x="3046413" y="3806825"/>
          <p14:tracePt t="64663" x="3046413" y="3802063"/>
          <p14:tracePt t="64672" x="3046413" y="3790950"/>
          <p14:tracePt t="64686" x="3046413" y="3781425"/>
          <p14:tracePt t="64695" x="3046413" y="3776663"/>
          <p14:tracePt t="64701" x="3046413" y="3771900"/>
          <p14:tracePt t="64709" x="3046413" y="3767138"/>
          <p14:tracePt t="64716" x="3046413" y="3760788"/>
          <p14:tracePt t="64723" x="3041650" y="3746500"/>
          <p14:tracePt t="64731" x="3041650" y="3725863"/>
          <p14:tracePt t="64738" x="3032125" y="3711575"/>
          <p14:tracePt t="64746" x="3032125" y="3690938"/>
          <p14:tracePt t="64754" x="3027363" y="3675063"/>
          <p14:tracePt t="64761" x="3027363" y="3656013"/>
          <p14:tracePt t="64770" x="3027363" y="3644900"/>
          <p14:tracePt t="64778" x="3021013" y="3630613"/>
          <p14:tracePt t="64787" x="3021013" y="3614738"/>
          <p14:tracePt t="64795" x="3021013" y="3609975"/>
          <p14:tracePt t="64804" x="3021013" y="3605213"/>
          <p14:tracePt t="64812" x="3021013" y="3600450"/>
          <p14:tracePt t="64813" x="3021013" y="3595688"/>
          <p14:tracePt t="64822" x="3021013" y="3589338"/>
          <p14:tracePt t="64844" x="3021013" y="3579813"/>
          <p14:tracePt t="64851" x="3027363" y="3575050"/>
          <p14:tracePt t="64858" x="3027363" y="3565525"/>
          <p14:tracePt t="64866" x="3041650" y="3559175"/>
          <p14:tracePt t="64873" x="3046413" y="3544888"/>
          <p14:tracePt t="64882" x="3062288" y="3535363"/>
          <p14:tracePt t="64888" x="3067050" y="3529013"/>
          <p14:tracePt t="64897" x="3076575" y="3524250"/>
          <p14:tracePt t="64903" x="3092450" y="3524250"/>
          <p14:tracePt t="64911" x="3097213" y="3519488"/>
          <p14:tracePt t="64919" x="3111500" y="3514725"/>
          <p14:tracePt t="64928" x="3117850" y="3514725"/>
          <p14:tracePt t="64936" x="3122613" y="3509963"/>
          <p14:tracePt t="64945" x="3132138" y="3509963"/>
          <p14:tracePt t="64953" x="3136900" y="3509963"/>
          <p14:tracePt t="64961" x="3148013" y="3509963"/>
          <p14:tracePt t="64971" x="3157538" y="3509963"/>
          <p14:tracePt t="64973" x="3162300" y="3498850"/>
          <p14:tracePt t="64978" x="3182938" y="3498850"/>
          <p14:tracePt t="64986" x="3197225" y="3498850"/>
          <p14:tracePt t="64994" x="3208338" y="3498850"/>
          <p14:tracePt t="65003" x="3213100" y="3498850"/>
          <p14:tracePt t="65011" x="3233738" y="3498850"/>
          <p14:tracePt t="65021" x="3238500" y="3505200"/>
          <p14:tracePt t="65023" x="3252788" y="3505200"/>
          <p14:tracePt t="65032" x="3278188" y="3509963"/>
          <p14:tracePt t="65038" x="3282950" y="3514725"/>
          <p14:tracePt t="65046" x="3303588" y="3519488"/>
          <p14:tracePt t="65054" x="3308350" y="3524250"/>
          <p14:tracePt t="65062" x="3324225" y="3535363"/>
          <p14:tracePt t="65070" x="3333750" y="3540125"/>
          <p14:tracePt t="65078" x="3349625" y="3544888"/>
          <p14:tracePt t="65086" x="3363913" y="3554413"/>
          <p14:tracePt t="65095" x="3379788" y="3570288"/>
          <p14:tracePt t="65103" x="3389313" y="3575050"/>
          <p14:tracePt t="65112" x="3398838" y="3589338"/>
          <p14:tracePt t="65113" x="3409950" y="3595688"/>
          <p14:tracePt t="65122" x="3424238" y="3621088"/>
          <p14:tracePt t="65129" x="3433763" y="3625850"/>
          <p14:tracePt t="65136" x="3444875" y="3635375"/>
          <p14:tracePt t="65145" x="3454400" y="3651250"/>
          <p14:tracePt t="65152" x="3465513" y="3665538"/>
          <p14:tracePt t="65162" x="3475038" y="3670300"/>
          <p14:tracePt t="65169" x="3479800" y="3686175"/>
          <p14:tracePt t="65178" x="3484563" y="3695700"/>
          <p14:tracePt t="65186" x="3500438" y="3711575"/>
          <p14:tracePt t="65196" x="3505200" y="3725863"/>
          <p14:tracePt t="65197" x="3514725" y="3746500"/>
          <p14:tracePt t="65204" x="3530600" y="3790950"/>
          <p14:tracePt t="65211" x="3544888" y="3821113"/>
          <p14:tracePt t="65219" x="3556000" y="3867150"/>
          <p14:tracePt t="65228" x="3556000" y="3897313"/>
          <p14:tracePt t="65236" x="3560763" y="3937000"/>
          <p14:tracePt t="65246" x="3560763" y="3967163"/>
          <p14:tracePt t="65253" x="3570288" y="3997325"/>
          <p14:tracePt t="65257" x="3570288" y="4022725"/>
          <p14:tracePt t="65263" x="3570288" y="4052888"/>
          <p14:tracePt t="65272" x="3570288" y="4064000"/>
          <p14:tracePt t="65279" x="3565525" y="4089400"/>
          <p14:tracePt t="65287" x="3565525" y="4098925"/>
          <p14:tracePt t="65295" x="3560763" y="4103688"/>
          <p14:tracePt t="65303" x="3560763" y="4119563"/>
          <p14:tracePt t="65311" x="3544888" y="4138613"/>
          <p14:tracePt t="65320" x="3540125" y="4154488"/>
          <p14:tracePt t="65328" x="3525838" y="4159250"/>
          <p14:tracePt t="65337" x="3509963" y="4184650"/>
          <p14:tracePt t="65339" x="3495675" y="4198938"/>
          <p14:tracePt t="65346" x="3484563" y="4214813"/>
          <p14:tracePt t="65354" x="3459163" y="4224338"/>
          <p14:tracePt t="65361" x="3444875" y="4240213"/>
          <p14:tracePt t="65369" x="3429000" y="4254500"/>
          <p14:tracePt t="65377" x="3409950" y="4254500"/>
          <p14:tracePt t="65387" x="3394075" y="4265613"/>
          <p14:tracePt t="65394" x="3373438" y="4270375"/>
          <p14:tracePt t="65403" x="3324225" y="4279900"/>
          <p14:tracePt t="65413" x="3294063" y="4279900"/>
          <p14:tracePt t="65414" x="3257550" y="4275138"/>
          <p14:tracePt t="65421" x="3217863" y="4265613"/>
          <p14:tracePt t="65429" x="3187700" y="4259263"/>
          <p14:tracePt t="65436" x="3141663" y="4249738"/>
          <p14:tracePt t="65445" x="3106738" y="4233863"/>
          <p14:tracePt t="65453" x="3076575" y="4224338"/>
          <p14:tracePt t="65461" x="3057525" y="4210050"/>
          <p14:tracePt t="65470" x="3032125" y="4194175"/>
          <p14:tracePt t="65478" x="3011488" y="4179888"/>
          <p14:tracePt t="65486" x="2995613" y="4173538"/>
          <p14:tracePt t="65496" x="2981325" y="4159250"/>
          <p14:tracePt t="65497" x="2976563" y="4143375"/>
          <p14:tracePt t="65503" x="2960688" y="4124325"/>
          <p14:tracePt t="65511" x="2946400" y="4098925"/>
          <p14:tracePt t="65521" x="2935288" y="4068763"/>
          <p14:tracePt t="65528" x="2930525" y="4038600"/>
          <p14:tracePt t="65537" x="2921000" y="4008438"/>
          <p14:tracePt t="65544" x="2911475" y="3962400"/>
          <p14:tracePt t="65554" x="2905125" y="3932238"/>
          <p14:tracePt t="65555" x="2905125" y="3902075"/>
          <p14:tracePt t="65563" x="2895600" y="3871913"/>
          <p14:tracePt t="65572" x="2895600" y="3811588"/>
          <p14:tracePt t="65578" x="2900363" y="3781425"/>
          <p14:tracePt t="65586" x="2900363" y="3756025"/>
          <p14:tracePt t="65594" x="2905125" y="3735388"/>
          <p14:tracePt t="65603" x="2905125" y="3716338"/>
          <p14:tracePt t="65611" x="2905125" y="3695700"/>
          <p14:tracePt t="65619" x="2911475" y="3686175"/>
          <p14:tracePt t="65629" x="2911475" y="3675063"/>
          <p14:tracePt t="65638" x="2921000" y="3670300"/>
          <p14:tracePt t="65647" x="2921000" y="3665538"/>
          <p14:tracePt t="65653" x="2921000" y="3660775"/>
          <p14:tracePt t="65662" x="2921000" y="3651250"/>
          <p14:tracePt t="65669" x="2925763" y="3644900"/>
          <p14:tracePt t="65677" x="2935288" y="3635375"/>
          <p14:tracePt t="65686" x="2946400" y="3621088"/>
          <p14:tracePt t="65696" x="2955925" y="3614738"/>
          <p14:tracePt t="65703" x="2971800" y="3600450"/>
          <p14:tracePt t="65707" x="2986088" y="3584575"/>
          <p14:tracePt t="65713" x="2990850" y="3584575"/>
          <p14:tracePt t="65721" x="3006725" y="3570288"/>
          <p14:tracePt t="65728" x="3016250" y="3570288"/>
          <p14:tracePt t="65736" x="3032125" y="3565525"/>
          <p14:tracePt t="65745" x="3046413" y="3565525"/>
          <p14:tracePt t="65753" x="3062288" y="3559175"/>
          <p14:tracePt t="65762" x="3076575" y="3559175"/>
          <p14:tracePt t="65771" x="3081338" y="3559175"/>
          <p14:tracePt t="65778" x="3101975" y="3559175"/>
          <p14:tracePt t="65788" x="3111500" y="3559175"/>
          <p14:tracePt t="65789" x="3127375" y="3559175"/>
          <p14:tracePt t="65795" x="3141663" y="3559175"/>
          <p14:tracePt t="65804" x="3152775" y="3559175"/>
          <p14:tracePt t="65811" x="3157538" y="3559175"/>
          <p14:tracePt t="65821" x="3173413" y="3565525"/>
          <p14:tracePt t="65827" x="3178175" y="3565525"/>
          <p14:tracePt t="65836" x="3187700" y="3565525"/>
          <p14:tracePt t="65845" x="3197225" y="3570288"/>
          <p14:tracePt t="65853" x="3203575" y="3579813"/>
          <p14:tracePt t="65862" x="3208338" y="3579813"/>
          <p14:tracePt t="65863" x="3213100" y="3579813"/>
          <p14:tracePt t="65871" x="3217863" y="3584575"/>
          <p14:tracePt t="65879" x="3233738" y="3589338"/>
          <p14:tracePt t="65886" x="3238500" y="3595688"/>
          <p14:tracePt t="65896" x="3248025" y="3600450"/>
          <p14:tracePt t="65902" x="3252788" y="3609975"/>
          <p14:tracePt t="65912" x="3268663" y="3614738"/>
          <p14:tracePt t="65919" x="3273425" y="3621088"/>
          <p14:tracePt t="65928" x="3294063" y="3640138"/>
          <p14:tracePt t="65936" x="3303588" y="3644900"/>
          <p14:tracePt t="65947" x="3319463" y="3665538"/>
          <p14:tracePt t="65953" x="3324225" y="3670300"/>
          <p14:tracePt t="65961" x="3328988" y="3675063"/>
          <p14:tracePt t="65970" x="3333750" y="3681413"/>
          <p14:tracePt t="65978" x="3338513" y="3686175"/>
          <p14:tracePt t="65986" x="3343275" y="3700463"/>
          <p14:tracePt t="65995" x="3354388" y="3705225"/>
          <p14:tracePt t="66003" x="3354388" y="3716338"/>
          <p14:tracePt t="66014" x="3359150" y="3721100"/>
          <p14:tracePt t="66015" x="3363913" y="3735388"/>
          <p14:tracePt t="66021" x="3368675" y="3751263"/>
          <p14:tracePt t="66028" x="3368675" y="3760788"/>
          <p14:tracePt t="66037" x="3379788" y="3781425"/>
          <p14:tracePt t="66044" x="3384550" y="3806825"/>
          <p14:tracePt t="66054" x="3384550" y="3827463"/>
          <p14:tracePt t="66061" x="3384550" y="3846513"/>
          <p14:tracePt t="66070" x="3394075" y="3871913"/>
          <p14:tracePt t="66078" x="3394075" y="3892550"/>
          <p14:tracePt t="66086" x="3394075" y="3906838"/>
          <p14:tracePt t="66089" x="3394075" y="3927475"/>
          <p14:tracePt t="66096" x="3389313" y="3943350"/>
          <p14:tracePt t="66103" x="3389313" y="3948113"/>
          <p14:tracePt t="66112" x="3389313" y="3962400"/>
          <p14:tracePt t="66119" x="3384550" y="3978275"/>
          <p14:tracePt t="66128" x="3384550" y="3983038"/>
          <p14:tracePt t="66136" x="3379788" y="3987800"/>
          <p14:tracePt t="66145" x="3379788" y="3992563"/>
          <p14:tracePt t="66152" x="3379788" y="3997325"/>
          <p14:tracePt t="66162" x="3373438" y="4008438"/>
          <p14:tracePt t="66163" x="3368675" y="4013200"/>
          <p14:tracePt t="66171" x="3363913" y="4017963"/>
          <p14:tracePt t="66180" x="3363913" y="4022725"/>
          <p14:tracePt t="66186" x="3349625" y="4027488"/>
          <p14:tracePt t="66195" x="3343275" y="4033838"/>
          <p14:tracePt t="66203" x="3338513" y="4038600"/>
          <p14:tracePt t="66212" x="3333750" y="4048125"/>
          <p14:tracePt t="66220" x="3324225" y="4052888"/>
          <p14:tracePt t="66228" x="3313113" y="4057650"/>
          <p14:tracePt t="66237" x="3308350" y="4064000"/>
          <p14:tracePt t="66239" x="3303588" y="4068763"/>
          <p14:tracePt t="66246" x="3298825" y="4073525"/>
          <p14:tracePt t="66253" x="3287713" y="4073525"/>
          <p14:tracePt t="66262" x="3282950" y="4073525"/>
          <p14:tracePt t="66270" x="3278188" y="4073525"/>
          <p14:tracePt t="66278" x="3273425" y="4083050"/>
          <p14:tracePt t="66287" x="3268663" y="4083050"/>
          <p14:tracePt t="66295" x="3263900" y="4083050"/>
          <p14:tracePt t="66303" x="3263900" y="4089400"/>
          <p14:tracePt t="66321" x="3257550" y="4089400"/>
          <p14:tracePt t="66329" x="3243263" y="4089400"/>
          <p14:tracePt t="66336" x="3227388" y="4083050"/>
          <p14:tracePt t="66343" x="3217863" y="4078288"/>
          <p14:tracePt t="66350" x="3192463" y="4078288"/>
          <p14:tracePt t="66358" x="3173413" y="4064000"/>
          <p14:tracePt t="66365" x="3148013" y="4048125"/>
          <p14:tracePt t="66373" x="3127375" y="4033838"/>
          <p14:tracePt t="66381" x="3101975" y="4008438"/>
          <p14:tracePt t="66388" x="3081338" y="3987800"/>
          <p14:tracePt t="66396" x="3057525" y="3952875"/>
          <p14:tracePt t="66403" x="3041650" y="3927475"/>
          <p14:tracePt t="66411" x="3027363" y="3906838"/>
          <p14:tracePt t="66420" x="3001963" y="3881438"/>
          <p14:tracePt t="66429" x="2990850" y="3862388"/>
          <p14:tracePt t="66436" x="2986088" y="3846513"/>
          <p14:tracePt t="66446" x="2981325" y="3827463"/>
          <p14:tracePt t="66453" x="2971800" y="3811588"/>
          <p14:tracePt t="66462" x="2971800" y="3797300"/>
          <p14:tracePt t="66471" x="2965450" y="3790950"/>
          <p14:tracePt t="66472" x="2960688" y="3760788"/>
          <p14:tracePt t="66479" x="2960688" y="3746500"/>
          <p14:tracePt t="66486" x="2960688" y="3735388"/>
          <p14:tracePt t="66495" x="2960688" y="3711575"/>
          <p14:tracePt t="66503" x="2960688" y="3700463"/>
          <p14:tracePt t="66513" x="2960688" y="3695700"/>
          <p14:tracePt t="66516" x="2960688" y="3681413"/>
          <p14:tracePt t="66532" x="2960688" y="3675063"/>
          <p14:tracePt t="66538" x="2960688" y="3670300"/>
          <p14:tracePt t="66546" x="2960688" y="3665538"/>
          <p14:tracePt t="66598" x="2960688" y="3660775"/>
          <p14:tracePt t="66622" x="2960688" y="3651250"/>
          <p14:tracePt t="66629" x="2960688" y="3644900"/>
          <p14:tracePt t="66643" x="2960688" y="3640138"/>
          <p14:tracePt t="66651" x="2965450" y="3635375"/>
          <p14:tracePt t="66666" x="2971800" y="3630613"/>
          <p14:tracePt t="66681" x="2986088" y="3614738"/>
          <p14:tracePt t="66688" x="2990850" y="3614738"/>
          <p14:tracePt t="66696" x="3001963" y="3605213"/>
          <p14:tracePt t="66703" x="3016250" y="3595688"/>
          <p14:tracePt t="66711" x="3032125" y="3589338"/>
          <p14:tracePt t="66718" x="3051175" y="3584575"/>
          <p14:tracePt t="66726" x="3067050" y="3584575"/>
          <p14:tracePt t="66733" x="3087688" y="3575050"/>
          <p14:tracePt t="66741" x="3117850" y="3575050"/>
          <p14:tracePt t="66748" x="3141663" y="3575050"/>
          <p14:tracePt t="66756" x="3173413" y="3579813"/>
          <p14:tracePt t="66763" x="3192463" y="3584575"/>
          <p14:tracePt t="66772" x="3213100" y="3595688"/>
          <p14:tracePt t="66779" x="3248025" y="3600450"/>
          <p14:tracePt t="66786" x="3268663" y="3609975"/>
          <p14:tracePt t="66794" x="3298825" y="3614738"/>
          <p14:tracePt t="66803" x="3328988" y="3625850"/>
          <p14:tracePt t="66811" x="3354388" y="3630613"/>
          <p14:tracePt t="66821" x="3373438" y="3640138"/>
          <p14:tracePt t="66823" x="3403600" y="3656013"/>
          <p14:tracePt t="66831" x="3440113" y="3670300"/>
          <p14:tracePt t="66838" x="3454400" y="3675063"/>
          <p14:tracePt t="66846" x="3479800" y="3686175"/>
          <p14:tracePt t="66854" x="3489325" y="3695700"/>
          <p14:tracePt t="66861" x="3505200" y="3711575"/>
          <p14:tracePt t="66870" x="3519488" y="3725863"/>
          <p14:tracePt t="66878" x="3535363" y="3751263"/>
          <p14:tracePt t="66886" x="3560763" y="3771900"/>
          <p14:tracePt t="66895" x="3575050" y="3797300"/>
          <p14:tracePt t="66903" x="3600450" y="3827463"/>
          <p14:tracePt t="66912" x="3616325" y="3851275"/>
          <p14:tracePt t="66915" x="3621088" y="3881438"/>
          <p14:tracePt t="66921" x="3635375" y="3902075"/>
          <p14:tracePt t="66929" x="3646488" y="3927475"/>
          <p14:tracePt t="66936" x="3660775" y="3948113"/>
          <p14:tracePt t="66945" x="3665538" y="3962400"/>
          <p14:tracePt t="66953" x="3665538" y="3983038"/>
          <p14:tracePt t="66961" x="3665538" y="3987800"/>
          <p14:tracePt t="66970" x="3671888" y="4003675"/>
          <p14:tracePt t="66978" x="3671888" y="4017963"/>
          <p14:tracePt t="66986" x="3671888" y="4022725"/>
          <p14:tracePt t="66995" x="3671888" y="4033838"/>
          <p14:tracePt t="66997" x="3665538" y="4048125"/>
          <p14:tracePt t="67003" x="3656013" y="4064000"/>
          <p14:tracePt t="67012" x="3635375" y="4083050"/>
          <p14:tracePt t="67020" x="3630613" y="4094163"/>
          <p14:tracePt t="67028" x="3616325" y="4103688"/>
          <p14:tracePt t="67037" x="3600450" y="4108450"/>
          <p14:tracePt t="67045" x="3590925" y="4124325"/>
          <p14:tracePt t="67053" x="3565525" y="4129088"/>
          <p14:tracePt t="67061" x="3544888" y="4138613"/>
          <p14:tracePt t="67063" x="3519488" y="4143375"/>
          <p14:tracePt t="67071" x="3500438" y="4143375"/>
          <p14:tracePt t="67079" x="3470275" y="4154488"/>
          <p14:tracePt t="67086" x="3449638" y="4154488"/>
          <p14:tracePt t="67095" x="3424238" y="4154488"/>
          <p14:tracePt t="67103" x="3403600" y="4149725"/>
          <p14:tracePt t="67111" x="3373438" y="4143375"/>
          <p14:tracePt t="67119" x="3354388" y="4133850"/>
          <p14:tracePt t="67129" x="3338513" y="4133850"/>
          <p14:tracePt t="67131" x="3319463" y="4119563"/>
          <p14:tracePt t="67138" x="3294063" y="4113213"/>
          <p14:tracePt t="67146" x="3278188" y="4108450"/>
          <p14:tracePt t="67153" x="3257550" y="4098925"/>
          <p14:tracePt t="67161" x="3243263" y="4094163"/>
          <p14:tracePt t="67170" x="3233738" y="4083050"/>
          <p14:tracePt t="67178" x="3208338" y="4078288"/>
          <p14:tracePt t="67186" x="3203575" y="4073525"/>
          <p14:tracePt t="67195" x="3197225" y="4068763"/>
          <p14:tracePt t="67203" x="3192463" y="4064000"/>
          <p14:tracePt t="67211" x="3178175" y="4064000"/>
          <p14:tracePt t="67213" x="3178175" y="4052888"/>
          <p14:tracePt t="67221" x="3173413" y="4052888"/>
          <p14:tracePt t="67244" x="3173413" y="4048125"/>
          <p14:tracePt t="67319" x="3173413" y="4043363"/>
          <p14:tracePt t="67325" x="3182938" y="4033838"/>
          <p14:tracePt t="67333" x="3197225" y="4022725"/>
          <p14:tracePt t="67341" x="3208338" y="4008438"/>
          <p14:tracePt t="67349" x="3233738" y="3992563"/>
          <p14:tracePt t="67356" x="3252788" y="3978275"/>
          <p14:tracePt t="67364" x="3287713" y="3962400"/>
          <p14:tracePt t="67371" x="3333750" y="3948113"/>
          <p14:tracePt t="67380" x="3475038" y="3906838"/>
          <p14:tracePt t="67386" x="3570288" y="3871913"/>
          <p14:tracePt t="67395" x="3681413" y="3851275"/>
          <p14:tracePt t="67404" x="3817938" y="3827463"/>
          <p14:tracePt t="67411" x="3973513" y="3790950"/>
          <p14:tracePt t="67419" x="4179888" y="3767138"/>
          <p14:tracePt t="67428" x="4416425" y="3721100"/>
          <p14:tracePt t="67436" x="4678363" y="3675063"/>
          <p14:tracePt t="67438" x="4945063" y="3625850"/>
          <p14:tracePt t="67446" x="5216525" y="3565525"/>
          <p14:tracePt t="67453" x="5484813" y="3498850"/>
          <p14:tracePt t="67462" x="5761038" y="3419475"/>
          <p14:tracePt t="67469" x="6002338" y="3359150"/>
          <p14:tracePt t="67478" x="6254750" y="3278188"/>
          <p14:tracePt t="67486" x="6507163" y="3187700"/>
          <p14:tracePt t="67495" x="6732588" y="3090863"/>
          <p14:tracePt t="67502" x="6938963" y="3006725"/>
          <p14:tracePt t="67511" x="7115175" y="2925763"/>
          <p14:tracePt t="67513" x="7297738" y="2840038"/>
          <p14:tracePt t="67522" x="7453313" y="2763838"/>
          <p14:tracePt t="67529" x="7564438" y="2708275"/>
          <p14:tracePt t="67537" x="7673975" y="2663825"/>
          <p14:tracePt t="67544" x="7759700" y="2617788"/>
          <p14:tracePt t="67553" x="7845425" y="2578100"/>
          <p14:tracePt t="67561" x="7977188" y="2517775"/>
          <p14:tracePt t="67570" x="8021638" y="2497138"/>
          <p14:tracePt t="67578" x="8081963" y="2482850"/>
          <p14:tracePt t="67587" x="8112125" y="2462213"/>
          <p14:tracePt t="67588" x="8137525" y="2457450"/>
          <p14:tracePt t="67596" x="8167688" y="2446338"/>
          <p14:tracePt t="67603" x="8178800" y="2441575"/>
          <p14:tracePt t="67611" x="8204200" y="2441575"/>
          <p14:tracePt t="67619" x="8208963" y="2436813"/>
          <p14:tracePt t="67628" x="8218488" y="2436813"/>
          <p14:tracePt t="67636" x="8234363" y="2436813"/>
          <p14:tracePt t="67645" x="8239125" y="2432050"/>
          <p14:tracePt t="67652" x="8248650" y="2432050"/>
          <p14:tracePt t="67661" x="8258175" y="2422525"/>
          <p14:tracePt t="67664" x="8274050" y="2416175"/>
          <p14:tracePt t="67671" x="8283575" y="2416175"/>
          <p14:tracePt t="67679" x="8289925" y="2411413"/>
          <p14:tracePt t="67686" x="8299450" y="2411413"/>
          <p14:tracePt t="67695" x="8304213" y="2406650"/>
          <p14:tracePt t="67703" x="8308975" y="2401888"/>
          <p14:tracePt t="67712" x="8320088" y="2397125"/>
          <p14:tracePt t="67720" x="8329613" y="2386013"/>
          <p14:tracePt t="67728" x="8343900" y="2371725"/>
          <p14:tracePt t="67737" x="8350250" y="2362200"/>
          <p14:tracePt t="67738" x="8364538" y="2346325"/>
          <p14:tracePt t="67746" x="8404225" y="2290763"/>
          <p14:tracePt t="67754" x="8429625" y="2265363"/>
          <p14:tracePt t="67761" x="8445500" y="2230438"/>
          <p14:tracePt t="67770" x="8470900" y="2209800"/>
          <p14:tracePt t="67778" x="8485188" y="2174875"/>
          <p14:tracePt t="67786" x="8501063" y="2155825"/>
          <p14:tracePt t="67794" x="8515350" y="2139950"/>
          <p14:tracePt t="67803" x="8520113" y="2125663"/>
          <p14:tracePt t="67805" x="8526463" y="2109788"/>
          <p14:tracePt t="67813" x="8535988" y="2100263"/>
          <p14:tracePt t="67821" x="8540750" y="2084388"/>
          <p14:tracePt t="67829" x="8550275" y="2070100"/>
          <p14:tracePt t="67836" x="8556625" y="2063750"/>
          <p14:tracePt t="67845" x="8561388" y="2054225"/>
          <p14:tracePt t="67853" x="8566150" y="2039938"/>
          <p14:tracePt t="67861" x="8566150" y="2024063"/>
          <p14:tracePt t="67870" x="8570913" y="2019300"/>
          <p14:tracePt t="67879" x="8582025" y="2009775"/>
          <p14:tracePt t="67886" x="8582025" y="1993900"/>
          <p14:tracePt t="67889" x="8586788" y="1979613"/>
          <p14:tracePt t="67896" x="8586788" y="1968500"/>
          <p14:tracePt t="67903" x="8586788" y="1954213"/>
          <p14:tracePt t="67911" x="8586788" y="1933575"/>
          <p14:tracePt t="67920" x="8575675" y="1917700"/>
          <p14:tracePt t="67928" x="8570913" y="1893888"/>
          <p14:tracePt t="67936" x="8570913" y="1878013"/>
          <p14:tracePt t="67945" x="8566150" y="1873250"/>
          <p14:tracePt t="67952" x="8561388" y="1863725"/>
          <p14:tracePt t="67962" x="8550275" y="1852613"/>
          <p14:tracePt t="67963" x="8550275" y="1847850"/>
          <p14:tracePt t="67972" x="8545513" y="1843088"/>
          <p14:tracePt t="67979" x="8540750" y="1838325"/>
          <p14:tracePt t="67986" x="8535988" y="1833563"/>
          <p14:tracePt t="67995" x="8526463" y="1833563"/>
          <p14:tracePt t="68003" x="8515350" y="1827213"/>
          <p14:tracePt t="68011" x="8510588" y="1822450"/>
          <p14:tracePt t="68020" x="8501063" y="1822450"/>
          <p14:tracePt t="68028" x="8496300" y="1812925"/>
          <p14:tracePt t="68036" x="8475663" y="1808163"/>
          <p14:tracePt t="68047" x="8450263" y="1803400"/>
          <p14:tracePt t="68054" x="8424863" y="1803400"/>
          <p14:tracePt t="68061" x="8415338" y="1792288"/>
          <p14:tracePt t="68070" x="8389938" y="1792288"/>
          <p14:tracePt t="68078" x="8380413" y="1792288"/>
          <p14:tracePt t="68086" x="8355013" y="1787525"/>
          <p14:tracePt t="68095" x="8343900" y="1787525"/>
          <p14:tracePt t="68103" x="8329613" y="1787525"/>
          <p14:tracePt t="68111" x="8320088" y="1787525"/>
          <p14:tracePt t="68114" x="8294688" y="1787525"/>
          <p14:tracePt t="68121" x="8278813" y="1787525"/>
          <p14:tracePt t="68130" x="8264525" y="1787525"/>
          <p14:tracePt t="68137" x="8253413" y="1787525"/>
          <p14:tracePt t="68146" x="8228013" y="1787525"/>
          <p14:tracePt t="68153" x="8218488" y="1787525"/>
          <p14:tracePt t="68161" x="8204200" y="1787525"/>
          <p14:tracePt t="68170" x="8193088" y="1787525"/>
          <p14:tracePt t="68178" x="8167688" y="1787525"/>
          <p14:tracePt t="68187" x="8162925" y="1787525"/>
          <p14:tracePt t="68189" x="8143875" y="1787525"/>
          <p14:tracePt t="68197" x="8132763" y="1787525"/>
          <p14:tracePt t="68204" x="8118475" y="1782763"/>
          <p14:tracePt t="68211" x="8102600" y="1782763"/>
          <p14:tracePt t="68220" x="8081963" y="1782763"/>
          <p14:tracePt t="68228" x="8072438" y="1782763"/>
          <p14:tracePt t="68236" x="8058150" y="1782763"/>
          <p14:tracePt t="68245" x="8042275" y="1782763"/>
          <p14:tracePt t="68253" x="8021638" y="1782763"/>
          <p14:tracePt t="68262" x="8012113" y="1782763"/>
          <p14:tracePt t="68263" x="7997825" y="1787525"/>
          <p14:tracePt t="68272" x="7991475" y="1792288"/>
          <p14:tracePt t="68279" x="7977188" y="1792288"/>
          <p14:tracePt t="68286" x="7972425" y="1803400"/>
          <p14:tracePt t="68294" x="7961313" y="1808163"/>
          <p14:tracePt t="68303" x="7942263" y="1817688"/>
          <p14:tracePt t="68311" x="7935913" y="1822450"/>
          <p14:tracePt t="68320" x="7931150" y="1833563"/>
          <p14:tracePt t="68328" x="7916863" y="1843088"/>
          <p14:tracePt t="68337" x="7900988" y="1868488"/>
          <p14:tracePt t="68338" x="7896225" y="1878013"/>
          <p14:tracePt t="68346" x="7881938" y="1912938"/>
          <p14:tracePt t="68353" x="7866063" y="1933575"/>
          <p14:tracePt t="68362" x="7856538" y="1963738"/>
          <p14:tracePt t="68370" x="7845425" y="1993900"/>
          <p14:tracePt t="68378" x="7840663" y="2028825"/>
          <p14:tracePt t="68386" x="7831138" y="2058988"/>
          <p14:tracePt t="68394" x="7826375" y="2089150"/>
          <p14:tracePt t="68403" x="7815263" y="2109788"/>
          <p14:tracePt t="68405" x="7815263" y="2139950"/>
          <p14:tracePt t="68414" x="7815263" y="2165350"/>
          <p14:tracePt t="68421" x="7815263" y="2195513"/>
          <p14:tracePt t="68429" x="7815263" y="2216150"/>
          <p14:tracePt t="68436" x="7815263" y="2246313"/>
          <p14:tracePt t="68445" x="7820025" y="2276475"/>
          <p14:tracePt t="68453" x="7820025" y="2306638"/>
          <p14:tracePt t="68461" x="7820025" y="2336800"/>
          <p14:tracePt t="68469" x="7831138" y="2376488"/>
          <p14:tracePt t="68478" x="7835900" y="2441575"/>
          <p14:tracePt t="68481" x="7835900" y="2471738"/>
          <p14:tracePt t="68489" x="7845425" y="2501900"/>
          <p14:tracePt t="68496" x="7851775" y="2532063"/>
          <p14:tracePt t="68503" x="7861300" y="2562225"/>
          <p14:tracePt t="68511" x="7866063" y="2592388"/>
          <p14:tracePt t="68520" x="7875588" y="2608263"/>
          <p14:tracePt t="68528" x="7875588" y="2628900"/>
          <p14:tracePt t="68536" x="7881938" y="2638425"/>
          <p14:tracePt t="68546" x="7886700" y="2647950"/>
          <p14:tracePt t="68556" x="7891463" y="2654300"/>
          <p14:tracePt t="68571" x="7891463" y="2659063"/>
          <p14:tracePt t="68586" x="7896225" y="2663825"/>
          <p14:tracePt t="68593" x="7905750" y="2663825"/>
          <p14:tracePt t="68601" x="7912100" y="2673350"/>
          <p14:tracePt t="68608" x="7921625" y="2678113"/>
          <p14:tracePt t="68616" x="7947025" y="2684463"/>
          <p14:tracePt t="68623" x="7966075" y="2693988"/>
          <p14:tracePt t="68631" x="7986713" y="2698750"/>
          <p14:tracePt t="68638" x="8012113" y="2698750"/>
          <p14:tracePt t="68647" x="8021638" y="2708275"/>
          <p14:tracePt t="68654" x="8047038" y="2714625"/>
          <p14:tracePt t="68662" x="8081963" y="2724150"/>
          <p14:tracePt t="68670" x="8102600" y="2724150"/>
          <p14:tracePt t="68678" x="8118475" y="2728913"/>
          <p14:tracePt t="68687" x="8128000" y="2728913"/>
          <p14:tracePt t="68694" x="8143875" y="2728913"/>
          <p14:tracePt t="68703" x="8162925" y="2733675"/>
          <p14:tracePt t="68711" x="8178800" y="2733675"/>
          <p14:tracePt t="68714" x="8193088" y="2744788"/>
          <p14:tracePt t="68727" x="8204200" y="2744788"/>
          <p14:tracePt t="68733" x="8218488" y="2744788"/>
          <p14:tracePt t="68737" x="8239125" y="2744788"/>
          <p14:tracePt t="68748" x="8248650" y="2744788"/>
          <p14:tracePt t="68755" x="8274050" y="2744788"/>
          <p14:tracePt t="68760" x="8294688" y="2744788"/>
          <p14:tracePt t="68766" x="8324850" y="2738438"/>
          <p14:tracePt t="68778" x="8355013" y="2733675"/>
          <p14:tracePt t="68783" x="8380413" y="2724150"/>
          <p14:tracePt t="68790" x="8399463" y="2708275"/>
          <p14:tracePt t="68797" x="8424863" y="2703513"/>
          <p14:tracePt t="68804" x="8445500" y="2693988"/>
          <p14:tracePt t="68827" x="8466138" y="2684463"/>
          <p14:tracePt t="68831" x="8475663" y="2678113"/>
          <p14:tracePt t="68843" x="8485188" y="2663825"/>
          <p14:tracePt t="68849" x="8489950" y="2654300"/>
          <p14:tracePt t="68863" x="8496300" y="2633663"/>
          <p14:tracePt t="68871" x="8496300" y="2613025"/>
          <p14:tracePt t="68874" x="8501063" y="2598738"/>
          <p14:tracePt t="68881" x="8501063" y="2568575"/>
          <p14:tracePt t="68886" x="8501063" y="2547938"/>
          <p14:tracePt t="68895" x="8489950" y="2517775"/>
          <p14:tracePt t="68903" x="8485188" y="2471738"/>
          <p14:tracePt t="68911" x="8475663" y="2441575"/>
          <p14:tracePt t="68920" x="8466138" y="2397125"/>
          <p14:tracePt t="68928" x="8450263" y="2351088"/>
          <p14:tracePt t="68936" x="8440738" y="2306638"/>
          <p14:tracePt t="68938" x="8424863" y="2276475"/>
          <p14:tracePt t="68947" x="8424863" y="2246313"/>
          <p14:tracePt t="68953" x="8404225" y="2209800"/>
          <p14:tracePt t="68962" x="8404225" y="2190750"/>
          <p14:tracePt t="68969" x="8399463" y="2170113"/>
          <p14:tracePt t="68978" x="8394700" y="2144713"/>
          <p14:tracePt t="68987" x="8385175" y="2135188"/>
          <p14:tracePt t="68996" x="8380413" y="2109788"/>
          <p14:tracePt t="69006" x="8369300" y="2093913"/>
          <p14:tracePt t="69011" x="8364538" y="2084388"/>
          <p14:tracePt t="69013" x="8364538" y="2070100"/>
          <p14:tracePt t="69014" x="8359775" y="2054225"/>
          <p14:tracePt t="69021" x="8359775" y="2033588"/>
          <p14:tracePt t="69029" x="8350250" y="2019300"/>
          <p14:tracePt t="69037" x="8350250" y="1998663"/>
          <p14:tracePt t="69044" x="8350250" y="1989138"/>
          <p14:tracePt t="69054" x="8350250" y="1979613"/>
          <p14:tracePt t="69061" x="8350250" y="1968500"/>
          <p14:tracePt t="69071" x="8350250" y="1963738"/>
          <p14:tracePt t="69078" x="8350250" y="1958975"/>
          <p14:tracePt t="69088" x="8350250" y="1954213"/>
          <p14:tracePt t="69103" x="8350250" y="1943100"/>
          <p14:tracePt t="69170" x="8359775" y="1943100"/>
          <p14:tracePt t="69179" x="8369300" y="1947863"/>
          <p14:tracePt t="69186" x="8374063" y="1954213"/>
          <p14:tracePt t="69196" x="8399463" y="1958975"/>
          <p14:tracePt t="69200" x="8404225" y="1963738"/>
          <p14:tracePt t="69208" x="8420100" y="1968500"/>
          <p14:tracePt t="69218" x="8424863" y="1979613"/>
          <p14:tracePt t="69225" x="8424863" y="1984375"/>
          <p14:tracePt t="69231" x="8429625" y="1989138"/>
          <p14:tracePt t="69246" x="8435975" y="1989138"/>
          <p14:tracePt t="69532" x="8429625" y="1993900"/>
          <p14:tracePt t="69539" x="8429625" y="2009775"/>
          <p14:tracePt t="69546" x="8415338" y="2024063"/>
          <p14:tracePt t="69555" x="8385175" y="2049463"/>
          <p14:tracePt t="69561" x="8369300" y="2063750"/>
          <p14:tracePt t="69569" x="8350250" y="2079625"/>
          <p14:tracePt t="69576" x="8324850" y="2093913"/>
          <p14:tracePt t="69584" x="8304213" y="2119313"/>
          <p14:tracePt t="69591" x="8278813" y="2135188"/>
          <p14:tracePt t="69599" x="8248650" y="2160588"/>
          <p14:tracePt t="69606" x="8223250" y="2165350"/>
          <p14:tracePt t="69614" x="8204200" y="2179638"/>
          <p14:tracePt t="69621" x="8188325" y="2195513"/>
          <p14:tracePt t="69629" x="8167688" y="2200275"/>
          <p14:tracePt t="69636" x="8158163" y="2205038"/>
          <p14:tracePt t="69645" x="8143875" y="2216150"/>
          <p14:tracePt t="69653" x="8132763" y="2216150"/>
          <p14:tracePt t="69661" x="8123238" y="2220913"/>
          <p14:tracePt t="69670" x="8118475" y="2225675"/>
          <p14:tracePt t="69678" x="8112125" y="2225675"/>
          <p14:tracePt t="69687" x="8097838" y="2225675"/>
          <p14:tracePt t="69689" x="8088313" y="2235200"/>
          <p14:tracePt t="69697" x="8072438" y="2235200"/>
          <p14:tracePt t="69704" x="8058150" y="2230438"/>
          <p14:tracePt t="69711" x="8051800" y="2230438"/>
          <p14:tracePt t="69719" x="8032750" y="2230438"/>
          <p14:tracePt t="69728" x="8027988" y="2230438"/>
          <p14:tracePt t="69736" x="8021638" y="2225675"/>
          <p14:tracePt t="69745" x="8016875" y="2225675"/>
          <p14:tracePt t="69753" x="8012113" y="2225675"/>
          <p14:tracePt t="69764" x="8007350" y="2225675"/>
          <p14:tracePt t="69779" x="8007350" y="2220913"/>
          <p14:tracePt t="69793" x="7997825" y="2220913"/>
          <p14:tracePt t="69801" x="7991475" y="2220913"/>
          <p14:tracePt t="69808" x="7986713" y="2220913"/>
          <p14:tracePt t="69816" x="7981950" y="2220913"/>
          <p14:tracePt t="69823" x="7977188" y="2220913"/>
          <p14:tracePt t="69831" x="7972425" y="2220913"/>
          <p14:tracePt t="69846" x="7966075" y="2220913"/>
          <p14:tracePt t="69853" x="7956550" y="2220913"/>
          <p14:tracePt t="69861" x="7951788" y="2220913"/>
          <p14:tracePt t="69868" x="7951788" y="2225675"/>
          <p14:tracePt t="69876" x="7947025" y="2230438"/>
          <p14:tracePt t="69883" x="7942263" y="2230438"/>
          <p14:tracePt t="69891" x="7935913" y="2235200"/>
          <p14:tracePt t="69898" x="7931150" y="2251075"/>
          <p14:tracePt t="69906" x="7921625" y="2265363"/>
          <p14:tracePt t="69914" x="7916863" y="2270125"/>
          <p14:tracePt t="69921" x="7900988" y="2306638"/>
          <p14:tracePt t="69929" x="7896225" y="2316163"/>
          <p14:tracePt t="69936" x="7891463" y="2341563"/>
          <p14:tracePt t="69945" x="7891463" y="2362200"/>
          <p14:tracePt t="69953" x="7881938" y="2386013"/>
          <p14:tracePt t="69961" x="7881938" y="2416175"/>
          <p14:tracePt t="69970" x="7881938" y="2441575"/>
          <p14:tracePt t="69978" x="7881938" y="2466975"/>
          <p14:tracePt t="69986" x="7886700" y="2487613"/>
          <p14:tracePt t="69988" x="7886700" y="2508250"/>
          <p14:tracePt t="69996" x="7886700" y="2522538"/>
          <p14:tracePt t="70004" x="7891463" y="2538413"/>
          <p14:tracePt t="70011" x="7891463" y="2547938"/>
          <p14:tracePt t="70020" x="7896225" y="2552700"/>
          <p14:tracePt t="70028" x="7896225" y="2562225"/>
          <p14:tracePt t="70037" x="7896225" y="2573338"/>
          <p14:tracePt t="70049" x="7900988" y="2578100"/>
          <p14:tracePt t="70056" x="7900988" y="2592388"/>
          <p14:tracePt t="70064" x="7905750" y="2592388"/>
          <p14:tracePt t="70071" x="7905750" y="2598738"/>
          <p14:tracePt t="70079" x="7905750" y="2603500"/>
          <p14:tracePt t="70086" x="7916863" y="2603500"/>
          <p14:tracePt t="70095" x="7916863" y="2608263"/>
          <p14:tracePt t="70138" x="7921625" y="2608263"/>
          <p14:tracePt t="70146" x="7921625" y="2613025"/>
          <p14:tracePt t="70153" x="7931150" y="2613025"/>
          <p14:tracePt t="70161" x="7935913" y="2617788"/>
          <p14:tracePt t="70168" x="7942263" y="2624138"/>
          <p14:tracePt t="70176" x="7956550" y="2624138"/>
          <p14:tracePt t="70183" x="7966075" y="2633663"/>
          <p14:tracePt t="70191" x="7977188" y="2638425"/>
          <p14:tracePt t="70198" x="7981950" y="2638425"/>
          <p14:tracePt t="70206" x="7986713" y="2643188"/>
          <p14:tracePt t="70213" x="7991475" y="2643188"/>
          <p14:tracePt t="70221" x="7997825" y="2643188"/>
          <p14:tracePt t="70229" x="8002588" y="2643188"/>
          <p14:tracePt t="70236" x="8007350" y="2643188"/>
          <p14:tracePt t="70245" x="8016875" y="2643188"/>
          <p14:tracePt t="70253" x="8021638" y="2643188"/>
          <p14:tracePt t="70261" x="8027988" y="2643188"/>
          <p14:tracePt t="70270" x="8032750" y="2647950"/>
          <p14:tracePt t="70278" x="8042275" y="2647950"/>
          <p14:tracePt t="70286" x="8058150" y="2647950"/>
          <p14:tracePt t="70288" x="8062913" y="2647950"/>
          <p14:tracePt t="70304" x="8067675" y="2647950"/>
          <p14:tracePt t="70311" x="8072438" y="2647950"/>
          <p14:tracePt t="70318" x="8077200" y="2647950"/>
          <p14:tracePt t="70326" x="8081963" y="2647950"/>
          <p14:tracePt t="70333" x="8097838" y="2647950"/>
          <p14:tracePt t="70341" x="8107363" y="2647950"/>
          <p14:tracePt t="70348" x="8118475" y="2647950"/>
          <p14:tracePt t="70356" x="8128000" y="2654300"/>
          <p14:tracePt t="70364" x="8148638" y="2654300"/>
          <p14:tracePt t="70371" x="8162925" y="2654300"/>
          <p14:tracePt t="70379" x="8174038" y="2654300"/>
          <p14:tracePt t="70386" x="8197850" y="2663825"/>
          <p14:tracePt t="70395" x="8208963" y="2663825"/>
          <p14:tracePt t="70403" x="8223250" y="2668588"/>
          <p14:tracePt t="70411" x="8243888" y="2668588"/>
          <p14:tracePt t="70420" x="8258175" y="2678113"/>
          <p14:tracePt t="70428" x="8278813" y="2678113"/>
          <p14:tracePt t="70436" x="8294688" y="2684463"/>
          <p14:tracePt t="70438" x="8313738" y="2684463"/>
          <p14:tracePt t="70446" x="8339138" y="2684463"/>
          <p14:tracePt t="70453" x="8359775" y="2684463"/>
          <p14:tracePt t="70462" x="8399463" y="2684463"/>
          <p14:tracePt t="70470" x="8424863" y="2684463"/>
          <p14:tracePt t="70478" x="8435975" y="2684463"/>
          <p14:tracePt t="70486" x="8459788" y="2684463"/>
          <p14:tracePt t="70494" x="8466138" y="2684463"/>
          <p14:tracePt t="70503" x="8475663" y="2684463"/>
          <p14:tracePt t="70511" x="8489950" y="2684463"/>
          <p14:tracePt t="70513" x="8501063" y="2684463"/>
          <p14:tracePt t="70522" x="8510588" y="2684463"/>
          <p14:tracePt t="70529" x="8526463" y="2684463"/>
          <p14:tracePt t="70537" x="8540750" y="2673350"/>
          <p14:tracePt t="70544" x="8556625" y="2668588"/>
          <p14:tracePt t="70553" x="8575675" y="2659063"/>
          <p14:tracePt t="70561" x="8601075" y="2654300"/>
          <p14:tracePt t="70570" x="8621713" y="2643188"/>
          <p14:tracePt t="70578" x="8647113" y="2628900"/>
          <p14:tracePt t="70587" x="8666163" y="2624138"/>
          <p14:tracePt t="70589" x="8682038" y="2608263"/>
          <p14:tracePt t="70596" x="8702675" y="2603500"/>
          <p14:tracePt t="70603" x="8716963" y="2587625"/>
          <p14:tracePt t="70611" x="8732838" y="2573338"/>
          <p14:tracePt t="70620" x="8747125" y="2557463"/>
          <p14:tracePt t="70628" x="8763000" y="2543175"/>
          <p14:tracePt t="70636" x="8767763" y="2522538"/>
          <p14:tracePt t="70645" x="8788400" y="2487613"/>
          <p14:tracePt t="70653" x="8797925" y="2462213"/>
          <p14:tracePt t="70662" x="8812213" y="2441575"/>
          <p14:tracePt t="70664" x="8812213" y="2422525"/>
          <p14:tracePt t="70671" x="8818563" y="2386013"/>
          <p14:tracePt t="70680" x="8828088" y="2366963"/>
          <p14:tracePt t="70686" x="8828088" y="2351088"/>
          <p14:tracePt t="70695" x="8832850" y="2332038"/>
          <p14:tracePt t="70703" x="8842375" y="2316163"/>
          <p14:tracePt t="70712" x="8848725" y="2295525"/>
          <p14:tracePt t="70720" x="8848725" y="2281238"/>
          <p14:tracePt t="70728" x="8848725" y="2260600"/>
          <p14:tracePt t="70736" x="8853488" y="2255838"/>
          <p14:tracePt t="70738" x="8853488" y="2246313"/>
          <p14:tracePt t="70746" x="8863013" y="2230438"/>
          <p14:tracePt t="70754" x="8863013" y="2216150"/>
          <p14:tracePt t="70761" x="8867775" y="2205038"/>
          <p14:tracePt t="70770" x="8867775" y="2190750"/>
          <p14:tracePt t="70778" x="8867775" y="2170113"/>
          <p14:tracePt t="70787" x="8872538" y="2144713"/>
          <p14:tracePt t="70794" x="8872538" y="2135188"/>
          <p14:tracePt t="70804" x="8872538" y="2109788"/>
          <p14:tracePt t="70811" x="8883650" y="2089150"/>
          <p14:tracePt t="70813" x="8883650" y="2079625"/>
          <p14:tracePt t="70821" x="8883650" y="2054225"/>
          <p14:tracePt t="70829" x="8883650" y="2019300"/>
          <p14:tracePt t="70836" x="8878888" y="1998663"/>
          <p14:tracePt t="70844" x="8878888" y="1979613"/>
          <p14:tracePt t="70853" x="8872538" y="1963738"/>
          <p14:tracePt t="70861" x="8872538" y="1947863"/>
          <p14:tracePt t="70870" x="8867775" y="1938338"/>
          <p14:tracePt t="70873" x="8867775" y="1924050"/>
          <p14:tracePt t="70881" x="8863013" y="1917700"/>
          <p14:tracePt t="70889" x="8853488" y="1912938"/>
          <p14:tracePt t="70897" x="8853488" y="1908175"/>
          <p14:tracePt t="70904" x="8853488" y="1893888"/>
          <p14:tracePt t="70911" x="8848725" y="1887538"/>
          <p14:tracePt t="70919" x="8842375" y="1887538"/>
          <p14:tracePt t="70928" x="8842375" y="1882775"/>
          <p14:tracePt t="70936" x="8837613" y="1878013"/>
          <p14:tracePt t="70949" x="8832850" y="1873250"/>
          <p14:tracePt t="70956" x="8828088" y="1868488"/>
          <p14:tracePt t="70964" x="8823325" y="1857375"/>
          <p14:tracePt t="70971" x="8812213" y="1852613"/>
          <p14:tracePt t="70979" x="8807450" y="1852613"/>
          <p14:tracePt t="70986" x="8802688" y="1852613"/>
          <p14:tracePt t="70995" x="8797925" y="1847850"/>
          <p14:tracePt t="71003" x="8793163" y="1843088"/>
          <p14:tracePt t="71011" x="8788400" y="1843088"/>
          <p14:tracePt t="71020" x="8782050" y="1843088"/>
          <p14:tracePt t="71028" x="8777288" y="1843088"/>
          <p14:tracePt t="71036" x="8767763" y="1843088"/>
          <p14:tracePt t="71045" x="8758238" y="1838325"/>
          <p14:tracePt t="71047" x="8751888" y="1838325"/>
          <p14:tracePt t="71054" x="8737600" y="1838325"/>
          <p14:tracePt t="71061" x="8726488" y="1838325"/>
          <p14:tracePt t="71070" x="8702675" y="1827213"/>
          <p14:tracePt t="71078" x="8696325" y="1827213"/>
          <p14:tracePt t="71086" x="8691563" y="1827213"/>
          <p14:tracePt t="71095" x="8682038" y="1827213"/>
          <p14:tracePt t="71102" x="8677275" y="1827213"/>
          <p14:tracePt t="71114" x="8666163" y="1827213"/>
          <p14:tracePt t="71129" x="8661400" y="1827213"/>
          <p14:tracePt t="71166" x="8656638" y="1827213"/>
          <p14:tracePt t="71174" x="8656638" y="1822450"/>
          <p14:tracePt t="71182" x="8651875" y="1822450"/>
          <p14:tracePt t="71188" x="8647113" y="1822450"/>
          <p14:tracePt t="71196" x="8642350" y="1822450"/>
          <p14:tracePt t="71211" x="8636000" y="1822450"/>
          <p14:tracePt t="71233" x="8626475" y="1822450"/>
          <p14:tracePt t="71279" x="8621713" y="1822450"/>
          <p14:tracePt t="71309" x="8616950" y="1822450"/>
          <p14:tracePt t="71331" x="8612188" y="1822450"/>
          <p14:tracePt t="72345" x="8566150" y="1912938"/>
          <p14:tracePt t="72351" x="8535988" y="1989138"/>
          <p14:tracePt t="72358" x="8496300" y="2049463"/>
          <p14:tracePt t="72367" x="8455025" y="2109788"/>
          <p14:tracePt t="72373" x="8404225" y="2179638"/>
          <p14:tracePt t="72382" x="8350250" y="2255838"/>
          <p14:tracePt t="72389" x="8289925" y="2320925"/>
          <p14:tracePt t="72397" x="8223250" y="2392363"/>
          <p14:tracePt t="72404" x="8148638" y="2466975"/>
          <p14:tracePt t="72411" x="8072438" y="2547938"/>
          <p14:tracePt t="72419" x="7991475" y="2633663"/>
          <p14:tracePt t="72428" x="7905750" y="2708275"/>
          <p14:tracePt t="72436" x="7831138" y="2800350"/>
          <p14:tracePt t="72445" x="7750175" y="2884488"/>
          <p14:tracePt t="72453" x="7673975" y="2960688"/>
          <p14:tracePt t="72456" x="7599363" y="3051175"/>
          <p14:tracePt t="72464" x="7534275" y="3127375"/>
          <p14:tracePt t="72472" x="7473950" y="3187700"/>
          <p14:tracePt t="72479" x="7407275" y="3262313"/>
          <p14:tracePt t="72487" x="7367588" y="3322638"/>
          <p14:tracePt t="72494" x="7327900" y="3373438"/>
          <p14:tracePt t="72503" x="7291388" y="3419475"/>
          <p14:tracePt t="72511" x="7251700" y="3459163"/>
          <p14:tracePt t="72520" x="7212013" y="3524250"/>
          <p14:tracePt t="72528" x="7186613" y="3549650"/>
          <p14:tracePt t="72536" x="7170738" y="3570288"/>
          <p14:tracePt t="72539" x="7145338" y="3605213"/>
          <p14:tracePt t="72547" x="7131050" y="3635375"/>
          <p14:tracePt t="72554" x="7105650" y="3670300"/>
          <p14:tracePt t="72561" x="7091363" y="3705225"/>
          <p14:tracePt t="72570" x="7059613" y="3751263"/>
          <p14:tracePt t="72578" x="7040563" y="3797300"/>
          <p14:tracePt t="72586" x="7015163" y="3846513"/>
          <p14:tracePt t="72595" x="6994525" y="3892550"/>
          <p14:tracePt t="72603" x="6975475" y="3937000"/>
          <p14:tracePt t="72606" x="6959600" y="3983038"/>
          <p14:tracePt t="72614" x="6945313" y="4013200"/>
          <p14:tracePt t="72621" x="6934200" y="4057650"/>
          <p14:tracePt t="72629" x="6913563" y="4103688"/>
          <p14:tracePt t="72636" x="6894513" y="4164013"/>
          <p14:tracePt t="72645" x="6883400" y="4229100"/>
          <p14:tracePt t="72653" x="6864350" y="4300538"/>
          <p14:tracePt t="72662" x="6853238" y="4386263"/>
          <p14:tracePt t="72670" x="6843713" y="4465638"/>
          <p14:tracePt t="72679" x="6843713" y="4537075"/>
          <p14:tracePt t="72681" x="6843713" y="4602163"/>
          <p14:tracePt t="72689" x="6843713" y="4641850"/>
          <p14:tracePt t="72697" x="6848475" y="4687888"/>
          <p14:tracePt t="72699" x="6848475" y="4718050"/>
          <p14:tracePt t="72704" x="6848475" y="4748213"/>
          <p14:tracePt t="72712" x="6859588" y="4768850"/>
          <p14:tracePt t="72720" x="6859588" y="4783138"/>
          <p14:tracePt t="72728" x="6864350" y="4799013"/>
          <p14:tracePt t="72736" x="6864350" y="4818063"/>
          <p14:tracePt t="72745" x="6869113" y="4848225"/>
          <p14:tracePt t="72753" x="6869113" y="4878388"/>
          <p14:tracePt t="72756" x="6878638" y="4910138"/>
          <p14:tracePt t="72764" x="6889750" y="4954588"/>
          <p14:tracePt t="72772" x="6894513" y="4994275"/>
          <p14:tracePt t="72779" x="6894513" y="5040313"/>
          <p14:tracePt t="72786" x="6913563" y="5086350"/>
          <p14:tracePt t="72795" x="6913563" y="5105400"/>
          <p14:tracePt t="72803" x="6924675" y="5126038"/>
          <p14:tracePt t="72812" x="6929438" y="5151438"/>
          <p14:tracePt t="72820" x="6934200" y="5156200"/>
          <p14:tracePt t="72828" x="6934200" y="5160963"/>
          <p14:tracePt t="72830" x="6934200" y="5165725"/>
          <p14:tracePt t="72846" x="6934200" y="5170488"/>
          <p14:tracePt t="72854" x="6938963" y="5170488"/>
          <p14:tracePt t="73103" x="6924675" y="5165725"/>
          <p14:tracePt t="73109" x="6894513" y="5151438"/>
          <p14:tracePt t="73116" x="6859588" y="5130800"/>
          <p14:tracePt t="73125" x="6838950" y="5116513"/>
          <p14:tracePt t="73132" x="6813550" y="5100638"/>
          <p14:tracePt t="73139" x="6783388" y="5086350"/>
          <p14:tracePt t="73146" x="6762750" y="5080000"/>
          <p14:tracePt t="73154" x="6748463" y="5070475"/>
          <p14:tracePt t="73162" x="6732588" y="5065713"/>
          <p14:tracePt t="73170" x="6718300" y="5054600"/>
          <p14:tracePt t="73178" x="6707188" y="5049838"/>
          <p14:tracePt t="73186" x="6702425" y="5049838"/>
          <p14:tracePt t="73195" x="6692900" y="5045075"/>
          <p14:tracePt t="73204" x="6683375" y="5045075"/>
          <p14:tracePt t="73211" x="6677025" y="5040313"/>
          <p14:tracePt t="73213" x="6672263" y="5040313"/>
          <p14:tracePt t="73221" x="6667500" y="5035550"/>
          <p14:tracePt t="73229" x="6657975" y="5035550"/>
          <p14:tracePt t="73236" x="6642100" y="5019675"/>
          <p14:tracePt t="73245" x="6637338" y="5019675"/>
          <p14:tracePt t="73253" x="6621463" y="5014913"/>
          <p14:tracePt t="73261" x="6607175" y="5010150"/>
          <p14:tracePt t="73270" x="6597650" y="5000625"/>
          <p14:tracePt t="73278" x="6581775" y="4984750"/>
          <p14:tracePt t="73280" x="6567488" y="4979988"/>
          <p14:tracePt t="73288" x="6551613" y="4975225"/>
          <p14:tracePt t="73296" x="6546850" y="4959350"/>
          <p14:tracePt t="73303" x="6542088" y="4959350"/>
          <p14:tracePt t="73311" x="6537325" y="4954588"/>
          <p14:tracePt t="73320" x="6530975" y="4949825"/>
          <p14:tracePt t="73333" x="6521450" y="4945063"/>
          <p14:tracePt t="73409" x="6521450" y="4933950"/>
          <p14:tracePt t="73416" x="6521450" y="4929188"/>
          <p14:tracePt t="73424" x="6521450" y="4919663"/>
          <p14:tracePt t="73425" x="6526213" y="4914900"/>
          <p14:tracePt t="73431" x="6530975" y="4899025"/>
          <p14:tracePt t="73438" x="6530975" y="4894263"/>
          <p14:tracePt t="73446" x="6537325" y="4884738"/>
          <p14:tracePt t="73461" x="6542088" y="4868863"/>
          <p14:tracePt t="73468" x="6542088" y="4864100"/>
          <p14:tracePt t="73476" x="6551613" y="4859338"/>
          <p14:tracePt t="73491" x="6551613" y="4848225"/>
          <p14:tracePt t="73514" x="6551613" y="4843463"/>
          <p14:tracePt t="73521" x="6556375" y="4843463"/>
          <p14:tracePt t="73596" x="6556375" y="4838700"/>
          <p14:tracePt t="73604" x="6542088" y="4833938"/>
          <p14:tracePt t="73611" x="6537325" y="4829175"/>
          <p14:tracePt t="73618" x="6526213" y="4824413"/>
          <p14:tracePt t="73625" x="6500813" y="4813300"/>
          <p14:tracePt t="73633" x="6486525" y="4808538"/>
          <p14:tracePt t="73641" x="6456363" y="4808538"/>
          <p14:tracePt t="73649" x="6445250" y="4799013"/>
          <p14:tracePt t="73656" x="6421438" y="4794250"/>
          <p14:tracePt t="73664" x="6400800" y="4794250"/>
          <p14:tracePt t="73671" x="6380163" y="4794250"/>
          <p14:tracePt t="73679" x="6365875" y="4787900"/>
          <p14:tracePt t="73686" x="6361113" y="4787900"/>
          <p14:tracePt t="73695" x="6345238" y="4787900"/>
          <p14:tracePt t="73708" x="6340475" y="4787900"/>
          <p14:tracePt t="73716" x="6335713" y="4787900"/>
          <p14:tracePt t="74069" x="6340475" y="4808538"/>
          <p14:tracePt t="74076" x="6345238" y="4838700"/>
          <p14:tracePt t="74084" x="6345238" y="4859338"/>
          <p14:tracePt t="74091" x="6354763" y="4894263"/>
          <p14:tracePt t="74098" x="6361113" y="4914900"/>
          <p14:tracePt t="74106" x="6370638" y="4945063"/>
          <p14:tracePt t="74114" x="6370638" y="4975225"/>
          <p14:tracePt t="74121" x="6384925" y="5005388"/>
          <p14:tracePt t="74129" x="6384925" y="5035550"/>
          <p14:tracePt t="74137" x="6410325" y="5110163"/>
          <p14:tracePt t="74145" x="6415088" y="5140325"/>
          <p14:tracePt t="74153" x="6426200" y="5186363"/>
          <p14:tracePt t="74161" x="6430963" y="5211763"/>
          <p14:tracePt t="74170" x="6440488" y="5241925"/>
          <p14:tracePt t="74178" x="6445250" y="5262563"/>
          <p14:tracePt t="74181" x="6456363" y="5276850"/>
          <p14:tracePt t="74189" x="6456363" y="5286375"/>
          <p14:tracePt t="74196" x="6456363" y="5297488"/>
          <p14:tracePt t="74212" x="6461125" y="5302250"/>
          <p14:tracePt t="74309" x="6465888" y="5302250"/>
          <p14:tracePt t="74316" x="6481763" y="5292725"/>
          <p14:tracePt t="74318" x="6486525" y="5281613"/>
          <p14:tracePt t="74323" x="6511925" y="5256213"/>
          <p14:tracePt t="74331" x="6521450" y="5241925"/>
          <p14:tracePt t="74339" x="6542088" y="5211763"/>
          <p14:tracePt t="74347" x="6556375" y="5186363"/>
          <p14:tracePt t="74354" x="6572250" y="5165725"/>
          <p14:tracePt t="74361" x="6586538" y="5140325"/>
          <p14:tracePt t="74369" x="6591300" y="5121275"/>
          <p14:tracePt t="74378" x="6607175" y="5095875"/>
          <p14:tracePt t="74386" x="6621463" y="5075238"/>
          <p14:tracePt t="74395" x="6637338" y="5040313"/>
          <p14:tracePt t="74403" x="6657975" y="5010150"/>
          <p14:tracePt t="74411" x="6672263" y="4975225"/>
          <p14:tracePt t="74414" x="6697663" y="4929188"/>
          <p14:tracePt t="74421" x="6737350" y="4894263"/>
          <p14:tracePt t="74429" x="6762750" y="4859338"/>
          <p14:tracePt t="74436" x="6799263" y="4824413"/>
          <p14:tracePt t="74445" x="6823075" y="4799013"/>
          <p14:tracePt t="74453" x="6843713" y="4773613"/>
          <p14:tracePt t="74461" x="6869113" y="4757738"/>
          <p14:tracePt t="74470" x="6889750" y="4743450"/>
          <p14:tracePt t="74478" x="6913563" y="4738688"/>
          <p14:tracePt t="74486" x="6934200" y="4722813"/>
          <p14:tracePt t="74488" x="6954838" y="4722813"/>
          <p14:tracePt t="74496" x="6985000" y="4722813"/>
          <p14:tracePt t="74505" x="7040563" y="4722813"/>
          <p14:tracePt t="74512" x="7070725" y="4722813"/>
          <p14:tracePt t="74520" x="7100888" y="4722813"/>
          <p14:tracePt t="74528" x="7131050" y="4732338"/>
          <p14:tracePt t="74537" x="7161213" y="4738688"/>
          <p14:tracePt t="74544" x="7186613" y="4748213"/>
          <p14:tracePt t="74554" x="7205663" y="4764088"/>
          <p14:tracePt t="74561" x="7226300" y="4768850"/>
          <p14:tracePt t="74571" x="7251700" y="4778375"/>
          <p14:tracePt t="74572" x="7267575" y="4794250"/>
          <p14:tracePt t="74578" x="7277100" y="4799013"/>
          <p14:tracePt t="74587" x="7291388" y="4799013"/>
          <p14:tracePt t="74595" x="7297738" y="4803775"/>
          <p14:tracePt t="74603" x="7302500" y="4808538"/>
          <p14:tracePt t="74617" x="7307263" y="4813300"/>
          <p14:tracePt t="74754" x="7297738" y="4824413"/>
          <p14:tracePt t="74759" x="7281863" y="4829175"/>
          <p14:tracePt t="74767" x="7267575" y="4833938"/>
          <p14:tracePt t="74775" x="7246938" y="4848225"/>
          <p14:tracePt t="74781" x="7221538" y="4864100"/>
          <p14:tracePt t="74789" x="7200900" y="4889500"/>
          <p14:tracePt t="74796" x="7175500" y="4924425"/>
          <p14:tracePt t="74804" x="7145338" y="4959350"/>
          <p14:tracePt t="74811" x="7121525" y="5005388"/>
          <p14:tracePt t="74820" x="7100888" y="5049838"/>
          <p14:tracePt t="74828" x="7080250" y="5095875"/>
          <p14:tracePt t="74837" x="7075488" y="5140325"/>
          <p14:tracePt t="74845" x="7054850" y="5186363"/>
          <p14:tracePt t="74853" x="7054850" y="5216525"/>
          <p14:tracePt t="74861" x="7054850" y="5276850"/>
          <p14:tracePt t="74863" x="7054850" y="5292725"/>
          <p14:tracePt t="74871" x="7054850" y="5311775"/>
          <p14:tracePt t="74880" x="7054850" y="5316538"/>
          <p14:tracePt t="74886" x="7054850" y="5322888"/>
          <p14:tracePt t="74895" x="7054850" y="5327650"/>
          <p14:tracePt t="74903" x="7054850" y="5332413"/>
          <p14:tracePt t="74924" x="7054850" y="5341938"/>
          <p14:tracePt t="75069" x="7059613" y="5341938"/>
          <p14:tracePt t="75074" x="7070725" y="5341938"/>
          <p14:tracePt t="75082" x="7075488" y="5337175"/>
          <p14:tracePt t="75090" x="7080250" y="5337175"/>
          <p14:tracePt t="75096" x="7091363" y="5337175"/>
          <p14:tracePt t="75104" x="7105650" y="5332413"/>
          <p14:tracePt t="75111" x="7110413" y="5332413"/>
          <p14:tracePt t="75119" x="7115175" y="5332413"/>
          <p14:tracePt t="75128" x="7131050" y="5327650"/>
          <p14:tracePt t="75136" x="7135813" y="5327650"/>
          <p14:tracePt t="75146" x="7140575" y="5327650"/>
          <p14:tracePt t="75153" x="7145338" y="5327650"/>
          <p14:tracePt t="75161" x="7151688" y="5327650"/>
          <p14:tracePt t="75171" x="7156450" y="5322888"/>
          <p14:tracePt t="75179" x="7165975" y="5322888"/>
          <p14:tracePt t="75186" x="7170738" y="5322888"/>
          <p14:tracePt t="75194" x="7181850" y="5322888"/>
          <p14:tracePt t="75203" x="7186613" y="5322888"/>
          <p14:tracePt t="75211" x="7191375" y="5322888"/>
          <p14:tracePt t="75219" x="7205663" y="5322888"/>
          <p14:tracePt t="75228" x="7212013" y="5322888"/>
          <p14:tracePt t="75236" x="7216775" y="5322888"/>
          <p14:tracePt t="75246" x="7221538" y="5322888"/>
          <p14:tracePt t="75330" x="7226300" y="5322888"/>
          <p14:tracePt t="75344" x="7231063" y="5322888"/>
          <p14:tracePt t="75359" x="7242175" y="5322888"/>
          <p14:tracePt t="75366" x="7246938" y="5322888"/>
          <p14:tracePt t="75373" x="7256463" y="5311775"/>
          <p14:tracePt t="75382" x="7272338" y="5311775"/>
          <p14:tracePt t="75389" x="7297738" y="5307013"/>
          <p14:tracePt t="75395" x="7316788" y="5302250"/>
          <p14:tracePt t="75404" x="7332663" y="5302250"/>
          <p14:tracePt t="75411" x="7346950" y="5302250"/>
          <p14:tracePt t="75420" x="7367588" y="5292725"/>
          <p14:tracePt t="75428" x="7377113" y="5292725"/>
          <p14:tracePt t="75437" x="7392988" y="5292725"/>
          <p14:tracePt t="75445" x="7407275" y="5286375"/>
          <p14:tracePt t="75453" x="7418388" y="5286375"/>
          <p14:tracePt t="75461" x="7432675" y="5286375"/>
          <p14:tracePt t="75470" x="7443788" y="5286375"/>
          <p14:tracePt t="75472" x="7478713" y="5276850"/>
          <p14:tracePt t="75479" x="7488238" y="5276850"/>
          <p14:tracePt t="75486" x="7508875" y="5276850"/>
          <p14:tracePt t="75495" x="7543800" y="5272088"/>
          <p14:tracePt t="75503" x="7564438" y="5272088"/>
          <p14:tracePt t="75512" x="7583488" y="5262563"/>
          <p14:tracePt t="75520" x="7599363" y="5262563"/>
          <p14:tracePt t="75529" x="7608888" y="5262563"/>
          <p14:tracePt t="75531" x="7634288" y="5262563"/>
          <p14:tracePt t="75538" x="7643813" y="5262563"/>
          <p14:tracePt t="75546" x="7659688" y="5256213"/>
          <p14:tracePt t="75555" x="7664450" y="5256213"/>
          <p14:tracePt t="75561" x="7685088" y="5256213"/>
          <p14:tracePt t="75570" x="7720013" y="5256213"/>
          <p14:tracePt t="75577" x="7740650" y="5256213"/>
          <p14:tracePt t="75586" x="7759700" y="5256213"/>
          <p14:tracePt t="75595" x="7785100" y="5246688"/>
          <p14:tracePt t="75603" x="7796213" y="5246688"/>
          <p14:tracePt t="75606" x="7815263" y="5246688"/>
          <p14:tracePt t="75614" x="7840663" y="5241925"/>
          <p14:tracePt t="75621" x="7851775" y="5241925"/>
          <p14:tracePt t="75629" x="7861300" y="5241925"/>
          <p14:tracePt t="75636" x="7870825" y="5241925"/>
          <p14:tracePt t="75645" x="7875588" y="5241925"/>
          <p14:tracePt t="75653" x="7891463" y="5241925"/>
          <p14:tracePt t="75662" x="7896225" y="5241925"/>
          <p14:tracePt t="75670" x="7900988" y="5241925"/>
          <p14:tracePt t="75678" x="7912100" y="5241925"/>
          <p14:tracePt t="75687" x="7916863" y="5241925"/>
          <p14:tracePt t="75689" x="7931150" y="5237163"/>
          <p14:tracePt t="75698" x="7935913" y="5237163"/>
          <p14:tracePt t="75703" x="7947025" y="5237163"/>
          <p14:tracePt t="75712" x="7961313" y="5237163"/>
          <p14:tracePt t="75719" x="7977188" y="5226050"/>
          <p14:tracePt t="75729" x="7981950" y="5226050"/>
          <p14:tracePt t="75737" x="7986713" y="5226050"/>
          <p14:tracePt t="75746" x="7997825" y="5226050"/>
          <p14:tracePt t="75748" x="8016875" y="5221288"/>
          <p14:tracePt t="75757" x="8021638" y="5221288"/>
          <p14:tracePt t="75763" x="8037513" y="5216525"/>
          <p14:tracePt t="75771" x="8042275" y="5216525"/>
          <p14:tracePt t="75778" x="8058150" y="5207000"/>
          <p14:tracePt t="75786" x="8067675" y="5200650"/>
          <p14:tracePt t="75794" x="8081963" y="5200650"/>
          <p14:tracePt t="75804" x="8097838" y="5186363"/>
          <p14:tracePt t="75811" x="8107363" y="5181600"/>
          <p14:tracePt t="75820" x="8118475" y="5176838"/>
          <p14:tracePt t="75823" x="8128000" y="5165725"/>
          <p14:tracePt t="75831" x="8143875" y="5160963"/>
          <p14:tracePt t="75839" x="8148638" y="5160963"/>
          <p14:tracePt t="75846" x="8158163" y="5156200"/>
          <p14:tracePt t="75853" x="8167688" y="5151438"/>
          <p14:tracePt t="75861" x="8174038" y="5151438"/>
          <p14:tracePt t="75870" x="8183563" y="5140325"/>
          <p14:tracePt t="75879" x="8197850" y="5135563"/>
          <p14:tracePt t="75887" x="8204200" y="5130800"/>
          <p14:tracePt t="75895" x="8208963" y="5130800"/>
          <p14:tracePt t="75902" x="8213725" y="5126038"/>
          <p14:tracePt t="75913" x="8223250" y="5126038"/>
          <p14:tracePt t="75914" x="8228013" y="5121275"/>
          <p14:tracePt t="75928" x="8234363" y="5116513"/>
          <p14:tracePt t="75981" x="8239125" y="5105400"/>
          <p14:tracePt t="75995" x="8239125" y="5100638"/>
          <p14:tracePt t="76003" x="8239125" y="5095875"/>
          <p14:tracePt t="76011" x="8239125" y="5075238"/>
          <p14:tracePt t="76018" x="8239125" y="5065713"/>
          <p14:tracePt t="76026" x="8239125" y="5040313"/>
          <p14:tracePt t="76033" x="8228013" y="5010150"/>
          <p14:tracePt t="76040" x="8213725" y="4979988"/>
          <p14:tracePt t="76048" x="8204200" y="4933950"/>
          <p14:tracePt t="76055" x="8188325" y="4899025"/>
          <p14:tracePt t="76064" x="8158163" y="4864100"/>
          <p14:tracePt t="76070" x="8143875" y="4833938"/>
          <p14:tracePt t="76078" x="8137525" y="4803775"/>
          <p14:tracePt t="76087" x="8118475" y="4768850"/>
          <p14:tracePt t="76094" x="8102600" y="4743450"/>
          <p14:tracePt t="76104" x="8067675" y="4697413"/>
          <p14:tracePt t="76111" x="8051800" y="4678363"/>
          <p14:tracePt t="76119" x="8027988" y="4641850"/>
          <p14:tracePt t="76128" x="8002588" y="4622800"/>
          <p14:tracePt t="76132" x="7981950" y="4597400"/>
          <p14:tracePt t="76139" x="7942263" y="4562475"/>
          <p14:tracePt t="76147" x="7905750" y="4525963"/>
          <p14:tracePt t="76155" x="7870825" y="4495800"/>
          <p14:tracePt t="76162" x="7835900" y="4460875"/>
          <p14:tracePt t="76169" x="7800975" y="4425950"/>
          <p14:tracePt t="76178" x="7766050" y="4400550"/>
          <p14:tracePt t="76186" x="7715250" y="4370388"/>
          <p14:tracePt t="76195" x="7669213" y="4340225"/>
          <p14:tracePt t="76203" x="7634288" y="4314825"/>
          <p14:tracePt t="76212" x="7589838" y="4300538"/>
          <p14:tracePt t="76214" x="7543800" y="4279900"/>
          <p14:tracePt t="76221" x="7497763" y="4259263"/>
          <p14:tracePt t="76228" x="7453313" y="4254500"/>
          <p14:tracePt t="76236" x="7413625" y="4244975"/>
          <p14:tracePt t="76245" x="7367588" y="4233863"/>
          <p14:tracePt t="76252" x="7312025" y="4224338"/>
          <p14:tracePt t="76262" x="7251700" y="4214813"/>
          <p14:tracePt t="76266" x="7196138" y="4210050"/>
          <p14:tracePt t="76273" x="7156450" y="4210050"/>
          <p14:tracePt t="76281" x="7045325" y="4198938"/>
          <p14:tracePt t="76288" x="6999288" y="4189413"/>
          <p14:tracePt t="76296" x="6945313" y="4179888"/>
          <p14:tracePt t="76304" x="6889750" y="4179888"/>
          <p14:tracePt t="76311" x="6848475" y="4168775"/>
          <p14:tracePt t="76320" x="6792913" y="4168775"/>
          <p14:tracePt t="76328" x="6732588" y="4159250"/>
          <p14:tracePt t="76337" x="6692900" y="4159250"/>
          <p14:tracePt t="76341" x="6637338" y="4154488"/>
          <p14:tracePt t="76349" x="6597650" y="4154488"/>
          <p14:tracePt t="76357" x="6567488" y="4154488"/>
          <p14:tracePt t="76364" x="6526213" y="4154488"/>
          <p14:tracePt t="76371" x="6496050" y="4154488"/>
          <p14:tracePt t="76379" x="6451600" y="4154488"/>
          <p14:tracePt t="76386" x="6421438" y="4164013"/>
          <p14:tracePt t="76395" x="6365875" y="4164013"/>
          <p14:tracePt t="76403" x="6319838" y="4179888"/>
          <p14:tracePt t="76411" x="6280150" y="4189413"/>
          <p14:tracePt t="76420" x="6234113" y="4210050"/>
          <p14:tracePt t="76428" x="6173788" y="4219575"/>
          <p14:tracePt t="76437" x="6143625" y="4233863"/>
          <p14:tracePt t="76439" x="6099175" y="4249738"/>
          <p14:tracePt t="76447" x="6062663" y="4270375"/>
          <p14:tracePt t="76453" x="6032500" y="4284663"/>
          <p14:tracePt t="76461" x="6007100" y="4300538"/>
          <p14:tracePt t="76469" x="5972175" y="4330700"/>
          <p14:tracePt t="76478" x="5946775" y="4344988"/>
          <p14:tracePt t="76487" x="5932488" y="4360863"/>
          <p14:tracePt t="76495" x="5927725" y="4370388"/>
          <p14:tracePt t="76503" x="5911850" y="4386263"/>
          <p14:tracePt t="76507" x="5907088" y="4400550"/>
          <p14:tracePt t="76514" x="5892800" y="4416425"/>
          <p14:tracePt t="76521" x="5886450" y="4421188"/>
          <p14:tracePt t="76528" x="5881688" y="4435475"/>
          <p14:tracePt t="76536" x="5872163" y="4441825"/>
          <p14:tracePt t="76545" x="5867400" y="4451350"/>
          <p14:tracePt t="76553" x="5861050" y="4465638"/>
          <p14:tracePt t="76562" x="5851525" y="4481513"/>
          <p14:tracePt t="76571" x="5846763" y="4502150"/>
          <p14:tracePt t="76578" x="5842000" y="4516438"/>
          <p14:tracePt t="76588" x="5830888" y="4537075"/>
          <p14:tracePt t="76592" x="5830888" y="4556125"/>
          <p14:tracePt t="76596" x="5826125" y="4572000"/>
          <p14:tracePt t="76603" x="5826125" y="4592638"/>
          <p14:tracePt t="76611" x="5826125" y="4606925"/>
          <p14:tracePt t="76620" x="5826125" y="4622800"/>
          <p14:tracePt t="76628" x="5826125" y="4632325"/>
          <p14:tracePt t="76636" x="5826125" y="4648200"/>
          <p14:tracePt t="76645" x="5826125" y="4683125"/>
          <p14:tracePt t="76653" x="5826125" y="4708525"/>
          <p14:tracePt t="76662" x="5826125" y="4743450"/>
          <p14:tracePt t="76670" x="5826125" y="4783138"/>
          <p14:tracePt t="76671" x="5837238" y="4838700"/>
          <p14:tracePt t="76679" x="5856288" y="4899025"/>
          <p14:tracePt t="76686" x="5867400" y="4954588"/>
          <p14:tracePt t="76695" x="5876925" y="5000625"/>
          <p14:tracePt t="76703" x="5881688" y="5040313"/>
          <p14:tracePt t="76711" x="5892800" y="5070475"/>
          <p14:tracePt t="76719" x="5897563" y="5095875"/>
          <p14:tracePt t="76729" x="5907088" y="5116513"/>
          <p14:tracePt t="76737" x="5907088" y="5130800"/>
          <p14:tracePt t="76738" x="5911850" y="5151438"/>
          <p14:tracePt t="76748" x="5911850" y="5165725"/>
          <p14:tracePt t="76753" x="5922963" y="5176838"/>
          <p14:tracePt t="76761" x="5922963" y="5200650"/>
          <p14:tracePt t="76770" x="5927725" y="5221288"/>
          <p14:tracePt t="76778" x="5927725" y="5241925"/>
          <p14:tracePt t="76787" x="5937250" y="5267325"/>
          <p14:tracePt t="76794" x="5942013" y="5297488"/>
          <p14:tracePt t="76803" x="5953125" y="5327650"/>
          <p14:tracePt t="76811" x="5953125" y="5357813"/>
          <p14:tracePt t="76821" x="5962650" y="5413375"/>
          <p14:tracePt t="76828" x="5972175" y="5422900"/>
          <p14:tracePt t="76836" x="5972175" y="5427663"/>
          <p14:tracePt t="76844" x="5976938" y="5432425"/>
          <p14:tracePt t="76854" x="5976938" y="5438775"/>
          <p14:tracePt t="76866" x="5976938" y="5443538"/>
          <p14:tracePt t="76896" x="5983288" y="5448300"/>
          <p14:tracePt t="76903" x="5983288" y="5462588"/>
          <p14:tracePt t="76912" x="5988050" y="5468938"/>
          <p14:tracePt t="76918" x="5992813" y="5478463"/>
          <p14:tracePt t="76926" x="5997575" y="5483225"/>
          <p14:tracePt t="76933" x="6013450" y="5499100"/>
          <p14:tracePt t="76941" x="6018213" y="5513388"/>
          <p14:tracePt t="76948" x="6032500" y="5529263"/>
          <p14:tracePt t="76956" x="6038850" y="5534025"/>
          <p14:tracePt t="76963" x="6053138" y="5543550"/>
          <p14:tracePt t="76971" x="6069013" y="5559425"/>
          <p14:tracePt t="76979" x="6078538" y="5568950"/>
          <p14:tracePt t="76986" x="6103938" y="5584825"/>
          <p14:tracePt t="76994" x="6118225" y="5594350"/>
          <p14:tracePt t="77004" x="6164263" y="5608638"/>
          <p14:tracePt t="77011" x="6184900" y="5624513"/>
          <p14:tracePt t="77020" x="6203950" y="5634038"/>
          <p14:tracePt t="77028" x="6219825" y="5638800"/>
          <p14:tracePt t="77036" x="6245225" y="5654675"/>
          <p14:tracePt t="77039" x="6264275" y="5664200"/>
          <p14:tracePt t="77046" x="6289675" y="5668963"/>
          <p14:tracePt t="77054" x="6299200" y="5675313"/>
          <p14:tracePt t="77061" x="6315075" y="5684838"/>
          <p14:tracePt t="77071" x="6330950" y="5689600"/>
          <p14:tracePt t="77078" x="6340475" y="5694363"/>
          <p14:tracePt t="77087" x="6354763" y="5705475"/>
          <p14:tracePt t="77094" x="6370638" y="5705475"/>
          <p14:tracePt t="77103" x="6375400" y="5710238"/>
          <p14:tracePt t="77111" x="6384925" y="5710238"/>
          <p14:tracePt t="77113" x="6400800" y="5710238"/>
          <p14:tracePt t="77121" x="6415088" y="5715000"/>
          <p14:tracePt t="77130" x="6426200" y="5715000"/>
          <p14:tracePt t="77136" x="6440488" y="5724525"/>
          <p14:tracePt t="77145" x="6461125" y="5724525"/>
          <p14:tracePt t="77154" x="6491288" y="5730875"/>
          <p14:tracePt t="77161" x="6521450" y="5730875"/>
          <p14:tracePt t="77170" x="6551613" y="5740400"/>
          <p14:tracePt t="77178" x="6597650" y="5740400"/>
          <p14:tracePt t="77187" x="6627813" y="5745163"/>
          <p14:tracePt t="77188" x="6688138" y="5754688"/>
          <p14:tracePt t="77197" x="6707188" y="5761038"/>
          <p14:tracePt t="77203" x="6723063" y="5761038"/>
          <p14:tracePt t="77212" x="6743700" y="5770563"/>
          <p14:tracePt t="77219" x="6757988" y="5770563"/>
          <p14:tracePt t="77228" x="6762750" y="5775325"/>
          <p14:tracePt t="77236" x="6773863" y="5775325"/>
          <p14:tracePt t="77245" x="6788150" y="5775325"/>
          <p14:tracePt t="77253" x="6804025" y="5780088"/>
          <p14:tracePt t="77262" x="6808788" y="5780088"/>
          <p14:tracePt t="77263" x="6818313" y="5780088"/>
          <p14:tracePt t="77279" x="6843713" y="5780088"/>
          <p14:tracePt t="77288" x="6853238" y="5780088"/>
          <p14:tracePt t="77293" x="6859588" y="5780088"/>
          <p14:tracePt t="77301" x="6869113" y="5780088"/>
          <p14:tracePt t="77308" x="6873875" y="5780088"/>
          <p14:tracePt t="77316" x="6889750" y="5780088"/>
          <p14:tracePt t="77323" x="6894513" y="5775325"/>
          <p14:tracePt t="77331" x="6904038" y="5775325"/>
          <p14:tracePt t="77338" x="6929438" y="5770563"/>
          <p14:tracePt t="77346" x="6938963" y="5761038"/>
          <p14:tracePt t="77354" x="6954838" y="5754688"/>
          <p14:tracePt t="77361" x="6975475" y="5754688"/>
          <p14:tracePt t="77369" x="6999288" y="5745163"/>
          <p14:tracePt t="77378" x="7040563" y="5740400"/>
          <p14:tracePt t="77386" x="7054850" y="5735638"/>
          <p14:tracePt t="77395" x="7075488" y="5735638"/>
          <p14:tracePt t="77402" x="7100888" y="5735638"/>
          <p14:tracePt t="77414" x="7121525" y="5735638"/>
          <p14:tracePt t="77416" x="7140575" y="5735638"/>
          <p14:tracePt t="77421" x="7161213" y="5735638"/>
          <p14:tracePt t="77429" x="7186613" y="5735638"/>
          <p14:tracePt t="77437" x="7205663" y="5735638"/>
          <p14:tracePt t="77445" x="7226300" y="5735638"/>
          <p14:tracePt t="77453" x="7256463" y="5735638"/>
          <p14:tracePt t="77461" x="7281863" y="5735638"/>
          <p14:tracePt t="77469" x="7302500" y="5735638"/>
          <p14:tracePt t="77478" x="7321550" y="5735638"/>
          <p14:tracePt t="77486" x="7337425" y="5724525"/>
          <p14:tracePt t="77488" x="7346950" y="5724525"/>
          <p14:tracePt t="77496" x="7372350" y="5724525"/>
          <p14:tracePt t="77503" x="7383463" y="5724525"/>
          <p14:tracePt t="77511" x="7402513" y="5724525"/>
          <p14:tracePt t="77520" x="7427913" y="5724525"/>
          <p14:tracePt t="77528" x="7448550" y="5724525"/>
          <p14:tracePt t="77536" x="7467600" y="5724525"/>
          <p14:tracePt t="77545" x="7497763" y="5719763"/>
          <p14:tracePt t="77554" x="7543800" y="5719763"/>
          <p14:tracePt t="77561" x="7564438" y="5719763"/>
          <p14:tracePt t="77571" x="7578725" y="5710238"/>
          <p14:tracePt t="77572" x="7594600" y="5710238"/>
          <p14:tracePt t="77578" x="7599363" y="5705475"/>
          <p14:tracePt t="77587" x="7608888" y="5705475"/>
          <p14:tracePt t="77594" x="7613650" y="5699125"/>
          <p14:tracePt t="77603" x="7629525" y="5699125"/>
          <p14:tracePt t="77611" x="7650163" y="5694363"/>
          <p14:tracePt t="77619" x="7664450" y="5684838"/>
          <p14:tracePt t="77628" x="7685088" y="5680075"/>
          <p14:tracePt t="77631" x="7710488" y="5668963"/>
          <p14:tracePt t="77639" x="7729538" y="5664200"/>
          <p14:tracePt t="77647" x="7745413" y="5654675"/>
          <p14:tracePt t="77653" x="7766050" y="5649913"/>
          <p14:tracePt t="77662" x="7785100" y="5638800"/>
          <p14:tracePt t="77669" x="7810500" y="5638800"/>
          <p14:tracePt t="77678" x="7831138" y="5634038"/>
          <p14:tracePt t="77687" x="7856538" y="5629275"/>
          <p14:tracePt t="77695" x="7875588" y="5619750"/>
          <p14:tracePt t="77703" x="7896225" y="5619750"/>
          <p14:tracePt t="77712" x="7921625" y="5614988"/>
          <p14:tracePt t="77713" x="7942263" y="5603875"/>
          <p14:tracePt t="77720" x="7972425" y="5599113"/>
          <p14:tracePt t="77729" x="8027988" y="5584825"/>
          <p14:tracePt t="77736" x="8047038" y="5573713"/>
          <p14:tracePt t="77744" x="8067675" y="5573713"/>
          <p14:tracePt t="77753" x="8093075" y="5568950"/>
          <p14:tracePt t="77761" x="8102600" y="5559425"/>
          <p14:tracePt t="77771" x="8118475" y="5554663"/>
          <p14:tracePt t="77778" x="8132763" y="5554663"/>
          <p14:tracePt t="77788" x="8153400" y="5538788"/>
          <p14:tracePt t="77792" x="8167688" y="5538788"/>
          <p14:tracePt t="77796" x="8183563" y="5522913"/>
          <p14:tracePt t="77804" x="8193088" y="5518150"/>
          <p14:tracePt t="77811" x="8208963" y="5508625"/>
          <p14:tracePt t="77819" x="8228013" y="5503863"/>
          <p14:tracePt t="77829" x="8239125" y="5487988"/>
          <p14:tracePt t="77836" x="8253413" y="5483225"/>
          <p14:tracePt t="77845" x="8264525" y="5473700"/>
          <p14:tracePt t="77853" x="8274050" y="5462588"/>
          <p14:tracePt t="77856" x="8278813" y="5462588"/>
          <p14:tracePt t="77864" x="8283575" y="5457825"/>
          <p14:tracePt t="77871" x="8283575" y="5443538"/>
          <p14:tracePt t="77880" x="8289925" y="5438775"/>
          <p14:tracePt t="77886" x="8304213" y="5422900"/>
          <p14:tracePt t="77895" x="8304213" y="5413375"/>
          <p14:tracePt t="77903" x="8320088" y="5387975"/>
          <p14:tracePt t="77911" x="8320088" y="5376863"/>
          <p14:tracePt t="77919" x="8339138" y="5332413"/>
          <p14:tracePt t="77929" x="8343900" y="5316538"/>
          <p14:tracePt t="77931" x="8355013" y="5297488"/>
          <p14:tracePt t="77938" x="8359775" y="5281613"/>
          <p14:tracePt t="77945" x="8359775" y="5272088"/>
          <p14:tracePt t="77953" x="8369300" y="5256213"/>
          <p14:tracePt t="77961" x="8374063" y="5241925"/>
          <p14:tracePt t="77969" x="8374063" y="5237163"/>
          <p14:tracePt t="77978" x="8374063" y="5216525"/>
          <p14:tracePt t="77986" x="8374063" y="5207000"/>
          <p14:tracePt t="77995" x="8374063" y="5191125"/>
          <p14:tracePt t="78004" x="8374063" y="5176838"/>
          <p14:tracePt t="78006" x="8374063" y="5165725"/>
          <p14:tracePt t="78013" x="8374063" y="5140325"/>
          <p14:tracePt t="78021" x="8364538" y="5121275"/>
          <p14:tracePt t="78028" x="8364538" y="5100638"/>
          <p14:tracePt t="78037" x="8359775" y="5075238"/>
          <p14:tracePt t="78044" x="8350250" y="5054600"/>
          <p14:tracePt t="78053" x="8350250" y="5035550"/>
          <p14:tracePt t="78061" x="8343900" y="5010150"/>
          <p14:tracePt t="78070" x="8329613" y="4989513"/>
          <p14:tracePt t="78079" x="8320088" y="4964113"/>
          <p14:tracePt t="78081" x="8313738" y="4945063"/>
          <p14:tracePt t="78088" x="8308975" y="4929188"/>
          <p14:tracePt t="78097" x="8283575" y="4903788"/>
          <p14:tracePt t="78103" x="8278813" y="4889500"/>
          <p14:tracePt t="78111" x="8274050" y="4873625"/>
          <p14:tracePt t="78121" x="8264525" y="4864100"/>
          <p14:tracePt t="78128" x="8248650" y="4848225"/>
          <p14:tracePt t="78137" x="8239125" y="4833938"/>
          <p14:tracePt t="78145" x="8228013" y="4808538"/>
          <p14:tracePt t="78153" x="8208963" y="4794250"/>
          <p14:tracePt t="78161" x="8193088" y="4783138"/>
          <p14:tracePt t="78165" x="8167688" y="4757738"/>
          <p14:tracePt t="78171" x="8148638" y="4743450"/>
          <p14:tracePt t="78179" x="8123238" y="4718050"/>
          <p14:tracePt t="78186" x="8088313" y="4692650"/>
          <p14:tracePt t="78195" x="8067675" y="4678363"/>
          <p14:tracePt t="78203" x="8032750" y="4652963"/>
          <p14:tracePt t="78211" x="7986713" y="4637088"/>
          <p14:tracePt t="78219" x="7942263" y="4606925"/>
          <p14:tracePt t="78228" x="7881938" y="4587875"/>
          <p14:tracePt t="78237" x="7826375" y="4567238"/>
          <p14:tracePt t="78239" x="7766050" y="4551363"/>
          <p14:tracePt t="78246" x="7710488" y="4541838"/>
          <p14:tracePt t="78253" x="7639050" y="4521200"/>
          <p14:tracePt t="78261" x="7594600" y="4511675"/>
          <p14:tracePt t="78270" x="7539038" y="4502150"/>
          <p14:tracePt t="78278" x="7483475" y="4491038"/>
          <p14:tracePt t="78287" x="7392988" y="4465638"/>
          <p14:tracePt t="78294" x="7346950" y="4456113"/>
          <p14:tracePt t="78303" x="7307263" y="4456113"/>
          <p14:tracePt t="78312" x="7277100" y="4451350"/>
          <p14:tracePt t="78314" x="7256463" y="4451350"/>
          <p14:tracePt t="78321" x="7226300" y="4451350"/>
          <p14:tracePt t="78329" x="7200900" y="4451350"/>
          <p14:tracePt t="78336" x="7191375" y="4451350"/>
          <p14:tracePt t="78344" x="7175500" y="4451350"/>
          <p14:tracePt t="78353" x="7161213" y="4451350"/>
          <p14:tracePt t="78361" x="7156450" y="4451350"/>
          <p14:tracePt t="78374" x="7151688" y="4451350"/>
          <p14:tracePt t="78381" x="7145338" y="4451350"/>
          <p14:tracePt t="78411" x="7140575" y="4451350"/>
          <p14:tracePt t="78440" x="7135813" y="4451350"/>
          <p14:tracePt t="78455" x="7131050" y="4456113"/>
          <p14:tracePt t="78471" x="7126288" y="4456113"/>
          <p14:tracePt t="78508" x="7115175" y="4441825"/>
          <p14:tracePt t="78516" x="7110413" y="4430713"/>
          <p14:tracePt t="79028" x="7135813" y="4430713"/>
          <p14:tracePt t="79034" x="7186613" y="4430713"/>
          <p14:tracePt t="79041" x="7231063" y="4441825"/>
          <p14:tracePt t="79049" x="7286625" y="4451350"/>
          <p14:tracePt t="79056" x="7327900" y="4451350"/>
          <p14:tracePt t="79063" x="7372350" y="4451350"/>
          <p14:tracePt t="79072" x="7413625" y="4460875"/>
          <p14:tracePt t="79079" x="7443788" y="4465638"/>
          <p14:tracePt t="79087" x="7467600" y="4476750"/>
          <p14:tracePt t="79094" x="7497763" y="4476750"/>
          <p14:tracePt t="79103" x="7559675" y="4491038"/>
          <p14:tracePt t="79111" x="7583488" y="4495800"/>
          <p14:tracePt t="79120" x="7624763" y="4506913"/>
          <p14:tracePt t="79128" x="7654925" y="4511675"/>
          <p14:tracePt t="79133" x="7699375" y="4532313"/>
          <p14:tracePt t="79139" x="7745413" y="4541838"/>
          <p14:tracePt t="79147" x="7800975" y="4562475"/>
          <p14:tracePt t="79154" x="7845425" y="4576763"/>
          <p14:tracePt t="79161" x="7881938" y="4597400"/>
          <p14:tracePt t="79170" x="7926388" y="4602163"/>
          <p14:tracePt t="79179" x="7972425" y="4622800"/>
          <p14:tracePt t="79186" x="8016875" y="4641850"/>
          <p14:tracePt t="79195" x="8047038" y="4657725"/>
          <p14:tracePt t="79203" x="8093075" y="4672013"/>
          <p14:tracePt t="79211" x="8128000" y="4692650"/>
          <p14:tracePt t="79213" x="8158163" y="4708525"/>
          <p14:tracePt t="79222" x="8183563" y="4718050"/>
          <p14:tracePt t="79229" x="8204200" y="4732338"/>
          <p14:tracePt t="79236" x="8228013" y="4738688"/>
          <p14:tracePt t="79244" x="8248650" y="4743450"/>
          <p14:tracePt t="79253" x="8274050" y="4752975"/>
          <p14:tracePt t="79261" x="8294688" y="4768850"/>
          <p14:tracePt t="79270" x="8313738" y="4773613"/>
          <p14:tracePt t="79278" x="8339138" y="4783138"/>
          <p14:tracePt t="79286" x="8359775" y="4787900"/>
          <p14:tracePt t="79290" x="8415338" y="4799013"/>
          <p14:tracePt t="79296" x="8435975" y="4803775"/>
          <p14:tracePt t="79304" x="8466138" y="4803775"/>
          <p14:tracePt t="79311" x="8496300" y="4813300"/>
          <p14:tracePt t="79319" x="8540750" y="4808538"/>
          <p14:tracePt t="79328" x="8561388" y="4808538"/>
          <p14:tracePt t="79336" x="8601075" y="4799013"/>
          <p14:tracePt t="79345" x="8626475" y="4794250"/>
          <p14:tracePt t="79353" x="8656638" y="4794250"/>
          <p14:tracePt t="79361" x="8686800" y="4783138"/>
          <p14:tracePt t="79363" x="8707438" y="4778375"/>
          <p14:tracePt t="79372" x="8726488" y="4778375"/>
          <p14:tracePt t="79379" x="8751888" y="4773613"/>
          <p14:tracePt t="79386" x="8782050" y="4764088"/>
          <p14:tracePt t="79395" x="8802688" y="4764088"/>
          <p14:tracePt t="79403" x="8828088" y="4757738"/>
          <p14:tracePt t="79411" x="8848725" y="4757738"/>
          <p14:tracePt t="79420" x="8858250" y="4757738"/>
          <p14:tracePt t="79428" x="8883650" y="4757738"/>
          <p14:tracePt t="79436" x="8893175" y="4757738"/>
          <p14:tracePt t="79438" x="8909050" y="4757738"/>
          <p14:tracePt t="79446" x="8923338" y="4757738"/>
          <p14:tracePt t="79453" x="8928100" y="4764088"/>
          <p14:tracePt t="79461" x="8939213" y="4764088"/>
          <p14:tracePt t="79470" x="8943975" y="4764088"/>
          <p14:tracePt t="79478" x="8948738" y="4764088"/>
          <p14:tracePt t="79487" x="8958263" y="4764088"/>
          <p14:tracePt t="79494" x="8964613" y="4764088"/>
          <p14:tracePt t="79503" x="8969375" y="4764088"/>
          <p14:tracePt t="79511" x="8969375" y="4768850"/>
          <p14:tracePt t="79513" x="8974138" y="4768850"/>
          <p14:tracePt t="79522" x="8978900" y="4768850"/>
          <p14:tracePt t="79528" x="8988425" y="4768850"/>
          <p14:tracePt t="79544" x="9004300" y="4778375"/>
          <p14:tracePt t="79551" x="9009063" y="4778375"/>
          <p14:tracePt t="79558" x="9013825" y="4783138"/>
          <p14:tracePt t="79566" x="9024938" y="4783138"/>
          <p14:tracePt t="79581" x="9029700" y="4783138"/>
          <p14:tracePt t="79596" x="9034463" y="4787900"/>
          <p14:tracePt t="79611" x="9039225" y="4787900"/>
          <p14:tracePt t="79618" x="9039225" y="4794250"/>
          <p14:tracePt t="79625" x="9043988" y="4794250"/>
          <p14:tracePt t="79633" x="9050338" y="4799013"/>
          <p14:tracePt t="79649" x="9069388" y="4813300"/>
          <p14:tracePt t="79656" x="9074150" y="4818063"/>
          <p14:tracePt t="79664" x="9090025" y="4829175"/>
          <p14:tracePt t="79671" x="9099550" y="4838700"/>
          <p14:tracePt t="79679" x="9115425" y="4848225"/>
          <p14:tracePt t="79686" x="9129713" y="4864100"/>
          <p14:tracePt t="79695" x="9145588" y="4878388"/>
          <p14:tracePt t="79703" x="9159875" y="4903788"/>
          <p14:tracePt t="79712" x="9175750" y="4919663"/>
          <p14:tracePt t="79719" x="9190038" y="4940300"/>
          <p14:tracePt t="79728" x="9205913" y="4959350"/>
          <p14:tracePt t="79736" x="9210675" y="4984750"/>
          <p14:tracePt t="79738" x="9226550" y="5005388"/>
          <p14:tracePt t="79747" x="9236075" y="5019675"/>
          <p14:tracePt t="79754" x="9240838" y="5035550"/>
          <p14:tracePt t="79761" x="9245600" y="5049838"/>
          <p14:tracePt t="79770" x="9245600" y="5054600"/>
          <p14:tracePt t="79778" x="9245600" y="5060950"/>
          <p14:tracePt t="79790" x="9245600" y="5065713"/>
          <p14:tracePt t="79813" x="9250363" y="5065713"/>
          <p14:tracePt t="79888" x="9250363" y="5060950"/>
          <p14:tracePt t="79896" x="9250363" y="5045075"/>
          <p14:tracePt t="79903" x="9250363" y="5030788"/>
          <p14:tracePt t="79911" x="9245600" y="5010150"/>
          <p14:tracePt t="79918" x="9245600" y="4989513"/>
          <p14:tracePt t="79926" x="9236075" y="4964113"/>
          <p14:tracePt t="79933" x="9236075" y="4945063"/>
          <p14:tracePt t="79941" x="9231313" y="4924425"/>
          <p14:tracePt t="79948" x="9231313" y="4910138"/>
          <p14:tracePt t="79956" x="9226550" y="4894263"/>
          <p14:tracePt t="79964" x="9226550" y="4884738"/>
          <p14:tracePt t="79971" x="9226550" y="4878388"/>
          <p14:tracePt t="79978" x="9215438" y="4873625"/>
          <p14:tracePt t="79986" x="9215438" y="4864100"/>
          <p14:tracePt t="80001" x="9215438" y="4859338"/>
          <p14:tracePt t="80016" x="9215438" y="4854575"/>
          <p14:tracePt t="80023" x="9210675" y="4854575"/>
          <p14:tracePt t="80031" x="9210675" y="4848225"/>
          <p14:tracePt t="80046" x="9210675" y="4843463"/>
          <p14:tracePt t="80053" x="9210675" y="4838700"/>
          <p14:tracePt t="80068" x="9210675" y="4833938"/>
          <p14:tracePt t="80075" x="9220200" y="4824413"/>
          <p14:tracePt t="80083" x="9220200" y="4818063"/>
          <p14:tracePt t="80091" x="9226550" y="4813300"/>
          <p14:tracePt t="80098" x="9226550" y="4808538"/>
          <p14:tracePt t="80105" x="9231313" y="4803775"/>
          <p14:tracePt t="80114" x="9231313" y="4799013"/>
          <p14:tracePt t="80121" x="9236075" y="4794250"/>
          <p14:tracePt t="80130" x="9240838" y="4787900"/>
          <p14:tracePt t="80136" x="9240838" y="4773613"/>
          <p14:tracePt t="80146" x="9245600" y="4768850"/>
          <p14:tracePt t="80154" x="9245600" y="4764088"/>
          <p14:tracePt t="80162" x="9250363" y="4757738"/>
          <p14:tracePt t="80169" x="9261475" y="4757738"/>
          <p14:tracePt t="80180" x="9261475" y="4752975"/>
          <p14:tracePt t="80183" x="9261475" y="4743450"/>
          <p14:tracePt t="80204" x="9261475" y="4738688"/>
          <p14:tracePt t="80489" x="9266238" y="4732338"/>
          <p14:tracePt t="80496" x="9271000" y="4732338"/>
          <p14:tracePt t="80504" x="9275763" y="4732338"/>
          <p14:tracePt t="80511" x="9280525" y="4732338"/>
          <p14:tracePt t="80518" x="9286875" y="4732338"/>
          <p14:tracePt t="80526" x="9291638" y="4732338"/>
          <p14:tracePt t="80533" x="9291638" y="4727575"/>
          <p14:tracePt t="80541" x="9296400" y="4727575"/>
          <p14:tracePt t="80548" x="9310688" y="4727575"/>
          <p14:tracePt t="80563" x="9317038" y="4727575"/>
          <p14:tracePt t="80571" x="9331325" y="4722813"/>
          <p14:tracePt t="80578" x="9342438" y="4722813"/>
          <p14:tracePt t="80593" x="9347200" y="4722813"/>
          <p14:tracePt t="80608" x="9351963" y="4722813"/>
          <p14:tracePt t="80624" x="9361488" y="4722813"/>
          <p14:tracePt t="80654" x="9366250" y="4722813"/>
          <p14:tracePt t="80668" x="9372600" y="4722813"/>
          <p14:tracePt t="80676" x="9377363" y="4718050"/>
          <p14:tracePt t="80683" x="9382125" y="4718050"/>
          <p14:tracePt t="80691" x="9386888" y="4718050"/>
          <p14:tracePt t="80698" x="9391650" y="4718050"/>
          <p14:tracePt t="80714" x="9407525" y="4718050"/>
          <p14:tracePt t="80721" x="9412288" y="4718050"/>
          <p14:tracePt t="80729" x="9417050" y="4722813"/>
          <p14:tracePt t="80736" x="9421813" y="4727575"/>
          <p14:tracePt t="80743" x="9426575" y="4732338"/>
          <p14:tracePt t="80751" x="9442450" y="4732338"/>
          <p14:tracePt t="80758" x="9451975" y="4752975"/>
          <p14:tracePt t="80766" x="9467850" y="4757738"/>
          <p14:tracePt t="80773" x="9472613" y="4764088"/>
          <p14:tracePt t="80781" x="9477375" y="4778375"/>
          <p14:tracePt t="80789" x="9493250" y="4794250"/>
          <p14:tracePt t="80796" x="9498013" y="4799013"/>
          <p14:tracePt t="80803" x="9502775" y="4803775"/>
          <p14:tracePt t="80811" x="9507538" y="4808538"/>
          <p14:tracePt t="80820" x="9518650" y="4813300"/>
          <p14:tracePt t="80828" x="9528175" y="4824413"/>
          <p14:tracePt t="80836" x="9532938" y="4833938"/>
          <p14:tracePt t="80845" x="9548813" y="4848225"/>
          <p14:tracePt t="80853" x="9553575" y="4854575"/>
          <p14:tracePt t="80861" x="9567863" y="4868863"/>
          <p14:tracePt t="80863" x="9583738" y="4873625"/>
          <p14:tracePt t="80872" x="9588500" y="4878388"/>
          <p14:tracePt t="80879" x="9598025" y="4894263"/>
          <p14:tracePt t="80886" x="9613900" y="4899025"/>
          <p14:tracePt t="80895" x="9618663" y="4903788"/>
          <p14:tracePt t="80904" x="9634538" y="4914900"/>
          <p14:tracePt t="80912" x="9639300" y="4914900"/>
          <p14:tracePt t="80920" x="9644063" y="4919663"/>
          <p14:tracePt t="80928" x="9648825" y="4924425"/>
          <p14:tracePt t="80930" x="9653588" y="4924425"/>
          <p14:tracePt t="80939" x="9669463" y="4929188"/>
          <p14:tracePt t="80946" x="9674225" y="4929188"/>
          <p14:tracePt t="80954" x="9678988" y="4929188"/>
          <p14:tracePt t="80961" x="9683750" y="4929188"/>
          <p14:tracePt t="80970" x="9688513" y="4933950"/>
          <p14:tracePt t="80978" x="9694863" y="4933950"/>
          <p14:tracePt t="80986" x="9699625" y="4933950"/>
          <p14:tracePt t="80994" x="9709150" y="4933950"/>
          <p14:tracePt t="81003" x="9713913" y="4933950"/>
          <p14:tracePt t="81013" x="9718675" y="4933950"/>
          <p14:tracePt t="81014" x="9725025" y="4933950"/>
          <p14:tracePt t="81022" x="9729788" y="4933950"/>
          <p14:tracePt t="81036" x="9734550" y="4933950"/>
          <p14:tracePt t="81044" x="9739313" y="4933950"/>
          <p14:tracePt t="81051" x="9744075" y="4933950"/>
          <p14:tracePt t="81058" x="9755188" y="4933950"/>
          <p14:tracePt t="81066" x="9759950" y="4933950"/>
          <p14:tracePt t="81073" x="9764713" y="4933950"/>
          <p14:tracePt t="81081" x="9769475" y="4929188"/>
          <p14:tracePt t="81089" x="9774238" y="4929188"/>
          <p14:tracePt t="81096" x="9779000" y="4929188"/>
          <p14:tracePt t="81103" x="9785350" y="4924425"/>
          <p14:tracePt t="81111" x="9794875" y="4924425"/>
          <p14:tracePt t="81120" x="9799638" y="4919663"/>
          <p14:tracePt t="81127" x="9810750" y="4919663"/>
          <p14:tracePt t="81138" x="9815513" y="4914900"/>
          <p14:tracePt t="81145" x="9820275" y="4914900"/>
          <p14:tracePt t="81153" x="9825038" y="4903788"/>
          <p14:tracePt t="81164" x="9834563" y="4903788"/>
          <p14:tracePt t="81171" x="9840913" y="4899025"/>
          <p14:tracePt t="81216" x="9845675" y="4899025"/>
          <p14:tracePt t="81238" x="9850438" y="4899025"/>
          <p14:tracePt t="81246" x="9855200" y="4899025"/>
          <p14:tracePt t="81268" x="9859963" y="4899025"/>
          <p14:tracePt t="81283" x="9864725" y="4899025"/>
          <p14:tracePt t="81329" x="9875838" y="4899025"/>
          <p14:tracePt t="81343" x="9880600" y="4899025"/>
          <p14:tracePt t="81351" x="9885363" y="4899025"/>
          <p14:tracePt t="81358" x="9890125" y="4899025"/>
          <p14:tracePt t="81366" x="9894888" y="4899025"/>
          <p14:tracePt t="81373" x="9901238" y="4899025"/>
          <p14:tracePt t="81388" x="9906000" y="4910138"/>
          <p14:tracePt t="81396" x="9910763" y="4910138"/>
          <p14:tracePt t="81403" x="9920288" y="4910138"/>
          <p14:tracePt t="81410" x="9925050" y="4914900"/>
          <p14:tracePt t="81426" x="9931400" y="4914900"/>
          <p14:tracePt t="81433" x="9936163" y="4914900"/>
          <p14:tracePt t="81450" x="9940925" y="4914900"/>
          <p14:tracePt t="81471" x="9945688" y="4914900"/>
          <p14:tracePt t="81494" x="9950450" y="4914900"/>
          <p14:tracePt t="81615" x="9961563" y="4914900"/>
          <p14:tracePt t="81629" x="9966325" y="4914900"/>
          <p14:tracePt t="81637" x="9971088" y="4914900"/>
          <p14:tracePt t="81643" x="9975850" y="4914900"/>
          <p14:tracePt t="81651" x="9980613" y="4914900"/>
          <p14:tracePt t="81658" x="9986963" y="4914900"/>
          <p14:tracePt t="81673" x="10001250" y="4914900"/>
          <p14:tracePt t="81681" x="10001250" y="4919663"/>
          <p14:tracePt t="81696" x="10006013" y="4919663"/>
          <p14:tracePt t="81712" x="10010775" y="4919663"/>
          <p14:tracePt t="81734" x="10017125" y="4919663"/>
          <p14:tracePt t="81833" x="10021888" y="4919663"/>
          <p14:tracePt t="81846" x="10026650" y="4919663"/>
          <p14:tracePt t="81855" x="10047288" y="4919663"/>
          <p14:tracePt t="81861" x="10052050" y="4919663"/>
          <p14:tracePt t="81869" x="10061575" y="4919663"/>
          <p14:tracePt t="81876" x="10077450" y="4919663"/>
          <p14:tracePt t="81884" x="10082213" y="4919663"/>
          <p14:tracePt t="81891" x="10091738" y="4919663"/>
          <p14:tracePt t="81899" x="10102850" y="4919663"/>
          <p14:tracePt t="81906" x="10112375" y="4919663"/>
          <p14:tracePt t="81921" x="10117138" y="4919663"/>
          <p14:tracePt t="81929" x="10121900" y="4919663"/>
          <p14:tracePt t="81958" x="10126663" y="4919663"/>
          <p14:tracePt t="82011" x="10121900" y="4919663"/>
          <p14:tracePt t="82018" x="10102850" y="4919663"/>
          <p14:tracePt t="82026" x="10056813" y="4929188"/>
          <p14:tracePt t="82033" x="9991725" y="4940300"/>
          <p14:tracePt t="82042" x="9906000" y="4959350"/>
          <p14:tracePt t="82043" x="9825038" y="4970463"/>
          <p14:tracePt t="82048" x="9713913" y="4989513"/>
          <p14:tracePt t="82056" x="9602788" y="5014913"/>
          <p14:tracePt t="82063" x="9498013" y="5035550"/>
          <p14:tracePt t="82072" x="9372600" y="5054600"/>
          <p14:tracePt t="82078" x="9250363" y="5080000"/>
          <p14:tracePt t="82087" x="9120188" y="5091113"/>
          <p14:tracePt t="82094" x="8994775" y="5110163"/>
          <p14:tracePt t="82103" x="8872538" y="5126038"/>
          <p14:tracePt t="82111" x="8751888" y="5135563"/>
          <p14:tracePt t="82120" x="8631238" y="5146675"/>
          <p14:tracePt t="82128" x="8535988" y="5146675"/>
          <p14:tracePt t="82136" x="8455025" y="5146675"/>
          <p14:tracePt t="82138" x="8404225" y="5146675"/>
          <p14:tracePt t="82145" x="8374063" y="5146675"/>
          <p14:tracePt t="82153" x="8350250" y="5146675"/>
          <p14:tracePt t="82162" x="8339138" y="5146675"/>
          <p14:tracePt t="82169" x="8334375" y="5146675"/>
          <p14:tracePt t="82178" x="8324850" y="5146675"/>
          <p14:tracePt t="82186" x="8324850" y="5135563"/>
          <p14:tracePt t="82195" x="8329613" y="5126038"/>
          <p14:tracePt t="82203" x="8350250" y="5110163"/>
          <p14:tracePt t="82211" x="8385175" y="5086350"/>
          <p14:tracePt t="82220" x="8429625" y="5065713"/>
          <p14:tracePt t="82222" x="8501063" y="5035550"/>
          <p14:tracePt t="82230" x="8682038" y="4984750"/>
          <p14:tracePt t="82236" x="8793163" y="4959350"/>
          <p14:tracePt t="82245" x="8897938" y="4949825"/>
          <p14:tracePt t="82253" x="9018588" y="4929188"/>
          <p14:tracePt t="82261" x="9155113" y="4914900"/>
          <p14:tracePt t="82270" x="9275763" y="4914900"/>
          <p14:tracePt t="82278" x="9382125" y="4903788"/>
          <p14:tracePt t="82286" x="9477375" y="4903788"/>
          <p14:tracePt t="82297" x="9639300" y="4903788"/>
          <p14:tracePt t="82305" x="9709150" y="4903788"/>
          <p14:tracePt t="82311" x="9759950" y="4903788"/>
          <p14:tracePt t="82321" x="9804400" y="4899025"/>
          <p14:tracePt t="82328" x="9834563" y="4899025"/>
          <p14:tracePt t="82337" x="9855200" y="4899025"/>
          <p14:tracePt t="82345" x="9885363" y="4899025"/>
          <p14:tracePt t="82353" x="9910763" y="4899025"/>
          <p14:tracePt t="82361" x="9920288" y="4899025"/>
          <p14:tracePt t="82364" x="9936163" y="4899025"/>
          <p14:tracePt t="82371" x="9945688" y="4899025"/>
          <p14:tracePt t="82379" x="9966325" y="4899025"/>
          <p14:tracePt t="82387" x="9975850" y="4899025"/>
          <p14:tracePt t="82395" x="9986963" y="4899025"/>
          <p14:tracePt t="82403" x="9996488" y="4899025"/>
          <p14:tracePt t="82412" x="10001250" y="4899025"/>
          <p14:tracePt t="82419" x="10017125" y="4899025"/>
          <p14:tracePt t="82428" x="10021888" y="4899025"/>
          <p14:tracePt t="82431" x="10031413" y="4899025"/>
          <p14:tracePt t="82439" x="10056813" y="4899025"/>
          <p14:tracePt t="82446" x="10066338" y="4899025"/>
          <p14:tracePt t="82454" x="10091738" y="4899025"/>
          <p14:tracePt t="82461" x="10112375" y="4899025"/>
          <p14:tracePt t="82469" x="10121900" y="4899025"/>
          <p14:tracePt t="82478" x="10137775" y="4899025"/>
          <p14:tracePt t="82486" x="10147300" y="4899025"/>
          <p14:tracePt t="82499" x="10167938" y="4903788"/>
          <p14:tracePt t="82514" x="10172700" y="4903788"/>
          <p14:tracePt t="82529" x="10177463" y="4903788"/>
          <p14:tracePt t="82980" x="10112375" y="4884738"/>
          <p14:tracePt t="82987" x="9986963" y="4838700"/>
          <p14:tracePt t="82993" x="9829800" y="4787900"/>
          <p14:tracePt t="83001" x="9609138" y="4732338"/>
          <p14:tracePt t="83009" x="9361488" y="4652963"/>
          <p14:tracePt t="83016" x="9094788" y="4606925"/>
          <p14:tracePt t="83023" x="8772525" y="4541838"/>
          <p14:tracePt t="83031" x="8480425" y="4476750"/>
          <p14:tracePt t="83039" x="8132763" y="4421188"/>
          <p14:tracePt t="83047" x="7820025" y="4391025"/>
          <p14:tracePt t="83054" x="7518400" y="4375150"/>
          <p14:tracePt t="83061" x="7237413" y="4356100"/>
          <p14:tracePt t="83070" x="6934200" y="4356100"/>
          <p14:tracePt t="83078" x="6713538" y="4356100"/>
          <p14:tracePt t="83087" x="6496050" y="4356100"/>
          <p14:tracePt t="83095" x="6345238" y="4365625"/>
          <p14:tracePt t="83103" x="6208713" y="4386263"/>
          <p14:tracePt t="83106" x="6103938" y="4395788"/>
          <p14:tracePt t="83115" x="6022975" y="4405313"/>
          <p14:tracePt t="83121" x="5937250" y="4430713"/>
          <p14:tracePt t="83129" x="5837238" y="4446588"/>
          <p14:tracePt t="83136" x="5816600" y="4446588"/>
          <p14:tracePt t="83146" x="5795963" y="4456113"/>
          <p14:tracePt t="83153" x="5770563" y="4460875"/>
          <p14:tracePt t="83162" x="5756275" y="4465638"/>
          <p14:tracePt t="83170" x="5735638" y="4465638"/>
          <p14:tracePt t="83178" x="5726113" y="4465638"/>
          <p14:tracePt t="83181" x="5715000" y="4476750"/>
          <p14:tracePt t="83189" x="5705475" y="4476750"/>
          <p14:tracePt t="83197" x="5700713" y="4481513"/>
          <p14:tracePt t="83204" x="5684838" y="4481513"/>
          <p14:tracePt t="83211" x="5680075" y="4486275"/>
          <p14:tracePt t="83220" x="5675313" y="4486275"/>
          <p14:tracePt t="83228" x="5670550" y="4491038"/>
          <p14:tracePt t="83236" x="5665788" y="4495800"/>
          <p14:tracePt t="83245" x="5661025" y="4495800"/>
          <p14:tracePt t="83253" x="5654675" y="4495800"/>
          <p14:tracePt t="83265" x="5654675" y="4502150"/>
          <p14:tracePt t="83272" x="5645150" y="4502150"/>
          <p14:tracePt t="83279" x="5645150" y="4506913"/>
          <p14:tracePt t="83287" x="5640388" y="4506913"/>
          <p14:tracePt t="83295" x="5640388" y="4516438"/>
          <p14:tracePt t="83303" x="5645150" y="4525963"/>
          <p14:tracePt t="83311" x="5670550" y="4556125"/>
          <p14:tracePt t="83320" x="5695950" y="4576763"/>
          <p14:tracePt t="83328" x="5756275" y="4597400"/>
          <p14:tracePt t="83336" x="5826125" y="4618038"/>
          <p14:tracePt t="83338" x="5892800" y="4627563"/>
          <p14:tracePt t="83346" x="5962650" y="4637088"/>
          <p14:tracePt t="83354" x="6032500" y="4648200"/>
          <p14:tracePt t="83361" x="6103938" y="4641850"/>
          <p14:tracePt t="83370" x="6159500" y="4641850"/>
          <p14:tracePt t="83378" x="6189663" y="4637088"/>
          <p14:tracePt t="83387" x="6219825" y="4627563"/>
          <p14:tracePt t="83395" x="6249988" y="4622800"/>
          <p14:tracePt t="83404" x="6280150" y="4611688"/>
          <p14:tracePt t="83412" x="6310313" y="4602163"/>
          <p14:tracePt t="83414" x="6345238" y="4597400"/>
          <p14:tracePt t="83421" x="6365875" y="4581525"/>
          <p14:tracePt t="83430" x="6396038" y="4567238"/>
          <p14:tracePt t="83437" x="6430963" y="4556125"/>
          <p14:tracePt t="83445" x="6451600" y="4551363"/>
          <p14:tracePt t="83453" x="6470650" y="4541838"/>
          <p14:tracePt t="83461" x="6496050" y="4537075"/>
          <p14:tracePt t="83470" x="6511925" y="4525963"/>
          <p14:tracePt t="83478" x="6516688" y="4525963"/>
          <p14:tracePt t="83486" x="6521450" y="4525963"/>
          <p14:tracePt t="83495" x="6526213" y="4521200"/>
          <p14:tracePt t="83497" x="6530975" y="4521200"/>
          <p14:tracePt t="83533" x="6537325" y="4516438"/>
          <p14:tracePt t="83541" x="6551613" y="4516438"/>
          <p14:tracePt t="83548" x="6556375" y="4516438"/>
          <p14:tracePt t="83556" x="6577013" y="4516438"/>
          <p14:tracePt t="83564" x="6597650" y="4521200"/>
          <p14:tracePt t="83571" x="6616700" y="4521200"/>
          <p14:tracePt t="83578" x="6662738" y="4525963"/>
          <p14:tracePt t="83586" x="6692900" y="4537075"/>
          <p14:tracePt t="83595" x="6732588" y="4546600"/>
          <p14:tracePt t="83603" x="6778625" y="4562475"/>
          <p14:tracePt t="83612" x="6838950" y="4581525"/>
          <p14:tracePt t="83620" x="6899275" y="4611688"/>
          <p14:tracePt t="83629" x="6985000" y="4641850"/>
          <p14:tracePt t="83631" x="7065963" y="4672013"/>
          <p14:tracePt t="83638" x="7151688" y="4718050"/>
          <p14:tracePt t="83645" x="7251700" y="4764088"/>
          <p14:tracePt t="83653" x="7346950" y="4803775"/>
          <p14:tracePt t="83661" x="7432675" y="4848225"/>
          <p14:tracePt t="83669" x="7518400" y="4889500"/>
          <p14:tracePt t="83678" x="7639050" y="4959350"/>
          <p14:tracePt t="83686" x="7689850" y="5000625"/>
          <p14:tracePt t="83695" x="7735888" y="5030788"/>
          <p14:tracePt t="83703" x="7785100" y="5054600"/>
          <p14:tracePt t="83711" x="7805738" y="5080000"/>
          <p14:tracePt t="83714" x="7840663" y="5095875"/>
          <p14:tracePt t="83721" x="7861300" y="5110163"/>
          <p14:tracePt t="83729" x="7886700" y="5126038"/>
          <p14:tracePt t="83736" x="7896225" y="5130800"/>
          <p14:tracePt t="83744" x="7912100" y="5140325"/>
          <p14:tracePt t="83753" x="7916863" y="5146675"/>
          <p14:tracePt t="83761" x="7921625" y="5151438"/>
          <p14:tracePt t="83770" x="7931150" y="5156200"/>
          <p14:tracePt t="83778" x="7935913" y="5160963"/>
          <p14:tracePt t="83786" x="7942263" y="5160963"/>
          <p14:tracePt t="83796" x="7947025" y="5165725"/>
          <p14:tracePt t="83804" x="7951788" y="5165725"/>
          <p14:tracePt t="83811" x="7956550" y="5176838"/>
          <p14:tracePt t="83820" x="7961313" y="5181600"/>
          <p14:tracePt t="83828" x="7977188" y="5191125"/>
          <p14:tracePt t="83837" x="7991475" y="5200650"/>
          <p14:tracePt t="83845" x="7997825" y="5207000"/>
          <p14:tracePt t="83853" x="8007350" y="5211763"/>
          <p14:tracePt t="83856" x="8021638" y="5226050"/>
          <p14:tracePt t="83863" x="8027988" y="5232400"/>
          <p14:tracePt t="83879" x="8032750" y="5237163"/>
          <p14:tracePt t="83953" x="8032750" y="5241925"/>
          <p14:tracePt t="83968" x="8032750" y="5246688"/>
          <p14:tracePt t="83982" x="8012113" y="5256213"/>
          <p14:tracePt t="83987" x="7997825" y="5262563"/>
          <p14:tracePt t="84001" x="7956550" y="5267325"/>
          <p14:tracePt t="84007" x="7931150" y="5276850"/>
          <p14:tracePt t="84014" x="7921625" y="5276850"/>
          <p14:tracePt t="84023" x="7905750" y="5276850"/>
          <p14:tracePt t="84029" x="7900988" y="5276850"/>
          <p14:tracePt t="84038" x="7891463" y="5276850"/>
          <p14:tracePt t="84045" x="7886700" y="5272088"/>
          <p14:tracePt t="84055" x="7886700" y="5267325"/>
          <p14:tracePt t="84077" x="7886700" y="5251450"/>
          <p14:tracePt t="84092" x="7905750" y="5176838"/>
          <p14:tracePt t="84099" x="7961313" y="5080000"/>
          <p14:tracePt t="84107" x="7986713" y="5045075"/>
          <p14:tracePt t="84113" x="8016875" y="5010150"/>
          <p14:tracePt t="84122" x="8037513" y="4989513"/>
          <p14:tracePt t="84130" x="8077200" y="4949825"/>
          <p14:tracePt t="84140" x="8088313" y="4945063"/>
          <p14:tracePt t="84147" x="8097838" y="4945063"/>
          <p14:tracePt t="84153" x="8102600" y="4940300"/>
          <p14:tracePt t="84163" x="8107363" y="4940300"/>
          <p14:tracePt t="84166" x="8112125" y="4940300"/>
          <p14:tracePt t="84171" x="8118475" y="4945063"/>
          <p14:tracePt t="84186" x="8118475" y="4949825"/>
          <p14:tracePt t="84193" x="8118475" y="4964113"/>
          <p14:tracePt t="84201" x="8118475" y="4975225"/>
          <p14:tracePt t="84209" x="8118475" y="4989513"/>
          <p14:tracePt t="84216" x="8102600" y="5010150"/>
          <p14:tracePt t="84225" x="8051800" y="5060950"/>
          <p14:tracePt t="84231" x="8032750" y="5075238"/>
          <p14:tracePt t="84239" x="8007350" y="5095875"/>
          <p14:tracePt t="84246" x="7986713" y="5110163"/>
          <p14:tracePt t="84254" x="7972425" y="5121275"/>
          <p14:tracePt t="84262" x="7966075" y="5126038"/>
          <p14:tracePt t="84271" x="7961313" y="5126038"/>
          <p14:tracePt t="84278" x="7951788" y="5130800"/>
          <p14:tracePt t="84328" x="7956550" y="5116513"/>
          <p14:tracePt t="84336" x="7977188" y="5100638"/>
          <p14:tracePt t="84343" x="7991475" y="5091113"/>
          <p14:tracePt t="84351" x="8007350" y="5075238"/>
          <p14:tracePt t="84358" x="8027988" y="5060950"/>
          <p14:tracePt t="84366" x="8042275" y="5045075"/>
          <p14:tracePt t="84373" x="8058150" y="5040313"/>
          <p14:tracePt t="84381" x="8072438" y="5030788"/>
          <p14:tracePt t="84389" x="8077200" y="5030788"/>
          <p14:tracePt t="84396" x="8081963" y="5030788"/>
          <p14:tracePt t="84403" x="8088313" y="5030788"/>
          <p14:tracePt t="84411" x="8093075" y="5030788"/>
          <p14:tracePt t="84471" x="8093075" y="5035550"/>
          <p14:tracePt t="84485" x="8088313" y="5035550"/>
          <p14:tracePt t="84493" x="8088313" y="5045075"/>
          <p14:tracePt t="84500" x="8081963" y="5045075"/>
          <p14:tracePt t="84593" x="8081963" y="5049838"/>
          <p14:tracePt t="84599" x="8088313" y="5049838"/>
          <p14:tracePt t="84606" x="8093075" y="5054600"/>
          <p14:tracePt t="84614" x="8097838" y="5060950"/>
          <p14:tracePt t="84621" x="8107363" y="5065713"/>
          <p14:tracePt t="84636" x="8112125" y="5070475"/>
          <p14:tracePt t="84643" x="8112125" y="5075238"/>
          <p14:tracePt t="84658" x="8112125" y="5086350"/>
          <p14:tracePt t="84673" x="8112125" y="5091113"/>
          <p14:tracePt t="84681" x="8112125" y="5095875"/>
          <p14:tracePt t="84688" x="8112125" y="5100638"/>
          <p14:tracePt t="84696" x="8088313" y="5121275"/>
          <p14:tracePt t="84703" x="8077200" y="5135563"/>
          <p14:tracePt t="84710" x="8051800" y="5151438"/>
          <p14:tracePt t="84718" x="8032750" y="5165725"/>
          <p14:tracePt t="84725" x="8007350" y="5181600"/>
          <p14:tracePt t="84733" x="7986713" y="5186363"/>
          <p14:tracePt t="84740" x="7972425" y="5195888"/>
          <p14:tracePt t="84748" x="7956550" y="5200650"/>
          <p14:tracePt t="84756" x="7947025" y="5200650"/>
          <p14:tracePt t="84763" x="7942263" y="5200650"/>
          <p14:tracePt t="84779" x="7931150" y="5200650"/>
          <p14:tracePt t="84818" x="7935913" y="5195888"/>
          <p14:tracePt t="84823" x="7942263" y="5181600"/>
          <p14:tracePt t="84831" x="7947025" y="5165725"/>
          <p14:tracePt t="84839" x="7972425" y="5140325"/>
          <p14:tracePt t="84846" x="7986713" y="5121275"/>
          <p14:tracePt t="84854" x="8002588" y="5105400"/>
          <p14:tracePt t="84861" x="8021638" y="5091113"/>
          <p14:tracePt t="84869" x="8037513" y="5075238"/>
          <p14:tracePt t="84879" x="8051800" y="5060950"/>
          <p14:tracePt t="84886" x="8067675" y="5054600"/>
          <p14:tracePt t="84895" x="8072438" y="5054600"/>
          <p14:tracePt t="84903" x="8077200" y="5049838"/>
          <p14:tracePt t="84911" x="8081963" y="5049838"/>
          <p14:tracePt t="84959" x="8081963" y="5054600"/>
          <p14:tracePt t="84966" x="8072438" y="5070475"/>
          <p14:tracePt t="84974" x="8047038" y="5086350"/>
          <p14:tracePt t="84981" x="8016875" y="5100638"/>
          <p14:tracePt t="84989" x="7981950" y="5116513"/>
          <p14:tracePt t="84996" x="7961313" y="5130800"/>
          <p14:tracePt t="85005" x="7926388" y="5140325"/>
          <p14:tracePt t="85011" x="7905750" y="5146675"/>
          <p14:tracePt t="85020" x="7886700" y="5156200"/>
          <p14:tracePt t="85028" x="7870825" y="5156200"/>
          <p14:tracePt t="85036" x="7866063" y="5156200"/>
          <p14:tracePt t="85045" x="7861300" y="5156200"/>
          <p14:tracePt t="85054" x="7856538" y="5156200"/>
          <p14:tracePt t="85071" x="7851775" y="5156200"/>
          <p14:tracePt t="85086" x="7851775" y="5146675"/>
          <p14:tracePt t="85093" x="7861300" y="5135563"/>
          <p14:tracePt t="85101" x="7870825" y="5110163"/>
          <p14:tracePt t="85108" x="7886700" y="5100638"/>
          <p14:tracePt t="85116" x="7900988" y="5075238"/>
          <p14:tracePt t="85123" x="7912100" y="5060950"/>
          <p14:tracePt t="85131" x="7935913" y="5054600"/>
          <p14:tracePt t="85138" x="7961313" y="5040313"/>
          <p14:tracePt t="85146" x="7977188" y="5040313"/>
          <p14:tracePt t="85153" x="7981950" y="5040313"/>
          <p14:tracePt t="85162" x="8002588" y="5040313"/>
          <p14:tracePt t="85169" x="8007350" y="5040313"/>
          <p14:tracePt t="85179" x="8012113" y="5045075"/>
          <p14:tracePt t="85186" x="8021638" y="5045075"/>
          <p14:tracePt t="85196" x="8032750" y="5049838"/>
          <p14:tracePt t="85198" x="8032750" y="5060950"/>
          <p14:tracePt t="85213" x="8037513" y="5060950"/>
          <p14:tracePt t="85221" x="8037513" y="5065713"/>
          <p14:tracePt t="85236" x="8037513" y="5070475"/>
          <p14:tracePt t="85243" x="8037513" y="5075238"/>
          <p14:tracePt t="85251" x="8037513" y="5080000"/>
          <p14:tracePt t="85258" x="8027988" y="5086350"/>
          <p14:tracePt t="85265" x="8021638" y="5091113"/>
          <p14:tracePt t="85273" x="8016875" y="5100638"/>
          <p14:tracePt t="85281" x="8012113" y="5105400"/>
          <p14:tracePt t="85288" x="8007350" y="5110163"/>
          <p14:tracePt t="85370" x="8016875" y="5110163"/>
          <p14:tracePt t="85379" x="8032750" y="5100638"/>
          <p14:tracePt t="85386" x="8047038" y="5095875"/>
          <p14:tracePt t="85393" x="8067675" y="5095875"/>
          <p14:tracePt t="85401" x="8081963" y="5091113"/>
          <p14:tracePt t="85409" x="8097838" y="5091113"/>
          <p14:tracePt t="85416" x="8107363" y="5091113"/>
          <p14:tracePt t="85424" x="8112125" y="5091113"/>
          <p14:tracePt t="85431" x="8118475" y="5091113"/>
          <p14:tracePt t="85439" x="8123238" y="5091113"/>
          <p14:tracePt t="85445" x="8132763" y="5091113"/>
          <p14:tracePt t="85508" x="8137525" y="5091113"/>
          <p14:tracePt t="85514" x="8143875" y="5091113"/>
          <p14:tracePt t="85522" x="8148638" y="5091113"/>
          <p14:tracePt t="85529" x="8167688" y="5091113"/>
          <p14:tracePt t="85537" x="8188325" y="5080000"/>
          <p14:tracePt t="85545" x="8218488" y="5080000"/>
          <p14:tracePt t="85553" x="8269288" y="5080000"/>
          <p14:tracePt t="85561" x="8313738" y="5080000"/>
          <p14:tracePt t="85571" x="8380413" y="5070475"/>
          <p14:tracePt t="85573" x="8440738" y="5060950"/>
          <p14:tracePt t="85582" x="8520113" y="5060950"/>
          <p14:tracePt t="85589" x="8586788" y="5049838"/>
          <p14:tracePt t="85597" x="8672513" y="5040313"/>
          <p14:tracePt t="85604" x="8751888" y="5019675"/>
          <p14:tracePt t="85611" x="8823325" y="5010150"/>
          <p14:tracePt t="85620" x="8909050" y="4989513"/>
          <p14:tracePt t="85628" x="8978900" y="4970463"/>
          <p14:tracePt t="85636" x="9064625" y="4940300"/>
          <p14:tracePt t="85645" x="9134475" y="4919663"/>
          <p14:tracePt t="85653" x="9205913" y="4899025"/>
          <p14:tracePt t="85662" x="9286875" y="4878388"/>
          <p14:tracePt t="85665" x="9356725" y="4843463"/>
          <p14:tracePt t="85671" x="9432925" y="4813300"/>
          <p14:tracePt t="85679" x="9488488" y="4794250"/>
          <p14:tracePt t="85687" x="9602788" y="4757738"/>
          <p14:tracePt t="85695" x="9664700" y="4727575"/>
          <p14:tracePt t="85703" x="9725025" y="4708525"/>
          <p14:tracePt t="85712" x="9769475" y="4687888"/>
          <p14:tracePt t="85720" x="9815513" y="4662488"/>
          <p14:tracePt t="85728" x="9859963" y="4641850"/>
          <p14:tracePt t="85736" x="9906000" y="4627563"/>
          <p14:tracePt t="85745" x="9950450" y="4606925"/>
          <p14:tracePt t="85747" x="9986963" y="4592638"/>
          <p14:tracePt t="85754" x="10017125" y="4572000"/>
          <p14:tracePt t="85761" x="10040938" y="4567238"/>
          <p14:tracePt t="85770" x="10061575" y="4556125"/>
          <p14:tracePt t="85778" x="10077450" y="4546600"/>
          <p14:tracePt t="85787" x="10082213" y="4537075"/>
          <p14:tracePt t="85794" x="10096500" y="4532313"/>
          <p14:tracePt t="85806" x="10102850" y="4525963"/>
          <p14:tracePt t="85814" x="10107613" y="4521200"/>
          <p14:tracePt t="85822" x="10112375" y="4516438"/>
          <p14:tracePt t="85829" x="10112375" y="4511675"/>
          <p14:tracePt t="85836" x="10117138" y="4511675"/>
          <p14:tracePt t="85845" x="10117138" y="4506913"/>
          <p14:tracePt t="85853" x="10117138" y="4495800"/>
          <p14:tracePt t="85861" x="10117138" y="4491038"/>
          <p14:tracePt t="85870" x="10117138" y="4481513"/>
          <p14:tracePt t="85878" x="10112375" y="4465638"/>
          <p14:tracePt t="85881" x="10096500" y="4451350"/>
          <p14:tracePt t="85890" x="10066338" y="4421188"/>
          <p14:tracePt t="85897" x="10040938" y="4400550"/>
          <p14:tracePt t="85904" x="10021888" y="4386263"/>
          <p14:tracePt t="85911" x="9996488" y="4370388"/>
          <p14:tracePt t="85920" x="9975850" y="4356100"/>
          <p14:tracePt t="85928" x="9950450" y="4340225"/>
          <p14:tracePt t="85936" x="9931400" y="4325938"/>
          <p14:tracePt t="85945" x="9906000" y="4314825"/>
          <p14:tracePt t="85953" x="9885363" y="4300538"/>
          <p14:tracePt t="85961" x="9864725" y="4295775"/>
          <p14:tracePt t="85965" x="9850438" y="4279900"/>
          <p14:tracePt t="85971" x="9834563" y="4275138"/>
          <p14:tracePt t="85979" x="9820275" y="4265613"/>
          <p14:tracePt t="85987" x="9815513" y="4259263"/>
          <p14:tracePt t="85995" x="9810750" y="4259263"/>
          <p14:tracePt t="86003" x="9799638" y="4254500"/>
          <p14:tracePt t="86016" x="9790113" y="4249738"/>
          <p14:tracePt t="86023" x="9779000" y="4249738"/>
          <p14:tracePt t="86031" x="9779000" y="4244975"/>
          <p14:tracePt t="86039" x="9774238" y="4244975"/>
          <p14:tracePt t="86046" x="9769475" y="4244975"/>
          <p14:tracePt t="86054" x="9748838" y="4240213"/>
          <p14:tracePt t="86061" x="9739313" y="4229100"/>
          <p14:tracePt t="86070" x="9729788" y="4229100"/>
          <p14:tracePt t="86078" x="9725025" y="4224338"/>
          <p14:tracePt t="86087" x="9718675" y="4219575"/>
          <p14:tracePt t="86095" x="9709150" y="4219575"/>
          <p14:tracePt t="86104" x="9704388" y="4214813"/>
          <p14:tracePt t="86106" x="9699625" y="4214813"/>
          <p14:tracePt t="86114" x="9688513" y="4210050"/>
          <p14:tracePt t="86121" x="9678988" y="4210050"/>
          <p14:tracePt t="86129" x="9664700" y="4198938"/>
          <p14:tracePt t="86136" x="9644063" y="4194175"/>
          <p14:tracePt t="86145" x="9623425" y="4194175"/>
          <p14:tracePt t="86152" x="9598025" y="4194175"/>
          <p14:tracePt t="86161" x="9567863" y="4184650"/>
          <p14:tracePt t="86169" x="9548813" y="4184650"/>
          <p14:tracePt t="86178" x="9528175" y="4184650"/>
          <p14:tracePt t="86186" x="9512300" y="4179888"/>
          <p14:tracePt t="86188" x="9498013" y="4179888"/>
          <p14:tracePt t="86197" x="9488488" y="4179888"/>
          <p14:tracePt t="86203" x="9482138" y="4179888"/>
          <p14:tracePt t="86212" x="9472613" y="4179888"/>
          <p14:tracePt t="86219" x="9467850" y="4179888"/>
          <p14:tracePt t="86227" x="9456738" y="4179888"/>
          <p14:tracePt t="86236" x="9437688" y="4173538"/>
          <p14:tracePt t="86244" x="9426575" y="4173538"/>
          <p14:tracePt t="86253" x="9412288" y="4173538"/>
          <p14:tracePt t="86261" x="9402763" y="4173538"/>
          <p14:tracePt t="86271" x="9386888" y="4173538"/>
          <p14:tracePt t="86273" x="9366250" y="4173538"/>
          <p14:tracePt t="86279" x="9351963" y="4168775"/>
          <p14:tracePt t="86286" x="9347200" y="4168775"/>
          <p14:tracePt t="86294" x="9342438" y="4168775"/>
          <p14:tracePt t="86303" x="9336088" y="4168775"/>
          <p14:tracePt t="86311" x="9331325" y="4168775"/>
          <p14:tracePt t="86320" x="9321800" y="4168775"/>
          <p14:tracePt t="86328" x="9317038" y="4168775"/>
          <p14:tracePt t="86338" x="9310688" y="4173538"/>
          <p14:tracePt t="86339" x="9305925" y="4173538"/>
          <p14:tracePt t="86346" x="9296400" y="4179888"/>
          <p14:tracePt t="86355" x="9280525" y="4184650"/>
          <p14:tracePt t="86361" x="9266238" y="4184650"/>
          <p14:tracePt t="86369" x="9250363" y="4198938"/>
          <p14:tracePt t="86378" x="9240838" y="4210050"/>
          <p14:tracePt t="86386" x="9215438" y="4224338"/>
          <p14:tracePt t="86395" x="9201150" y="4229100"/>
          <p14:tracePt t="86403" x="9190038" y="4244975"/>
          <p14:tracePt t="86412" x="9180513" y="4244975"/>
          <p14:tracePt t="86414" x="9164638" y="4249738"/>
          <p14:tracePt t="86421" x="9134475" y="4279900"/>
          <p14:tracePt t="86428" x="9120188" y="4295775"/>
          <p14:tracePt t="86436" x="9104313" y="4310063"/>
          <p14:tracePt t="86445" x="9085263" y="4325938"/>
          <p14:tracePt t="86452" x="9059863" y="4344988"/>
          <p14:tracePt t="86461" x="9043988" y="4370388"/>
          <p14:tracePt t="86469" x="9018588" y="4400550"/>
          <p14:tracePt t="86478" x="9004300" y="4425950"/>
          <p14:tracePt t="86486" x="8978900" y="4456113"/>
          <p14:tracePt t="86488" x="8958263" y="4481513"/>
          <p14:tracePt t="86496" x="8943975" y="4502150"/>
          <p14:tracePt t="86511" x="8904288" y="4556125"/>
          <p14:tracePt t="86518" x="8888413" y="4581525"/>
          <p14:tracePt t="86526" x="8872538" y="4602163"/>
          <p14:tracePt t="86533" x="8848725" y="4627563"/>
          <p14:tracePt t="86541" x="8842375" y="4641850"/>
          <p14:tracePt t="86548" x="8828088" y="4662488"/>
          <p14:tracePt t="86556" x="8823325" y="4667250"/>
          <p14:tracePt t="86563" x="8812213" y="4683125"/>
          <p14:tracePt t="86572" x="8802688" y="4687888"/>
          <p14:tracePt t="86578" x="8793163" y="4702175"/>
          <p14:tracePt t="86587" x="8788400" y="4708525"/>
          <p14:tracePt t="86594" x="8777288" y="4727575"/>
          <p14:tracePt t="86604" x="8777288" y="4738688"/>
          <p14:tracePt t="86612" x="8767763" y="4752975"/>
          <p14:tracePt t="86619" x="8763000" y="4768850"/>
          <p14:tracePt t="86628" x="8758238" y="4778375"/>
          <p14:tracePt t="86631" x="8747125" y="4794250"/>
          <p14:tracePt t="86638" x="8747125" y="4808538"/>
          <p14:tracePt t="86647" x="8742363" y="4818063"/>
          <p14:tracePt t="86653" x="8742363" y="4843463"/>
          <p14:tracePt t="86662" x="8737600" y="4854575"/>
          <p14:tracePt t="86670" x="8737600" y="4878388"/>
          <p14:tracePt t="86678" x="8737600" y="4899025"/>
          <p14:tracePt t="86686" x="8737600" y="4929188"/>
          <p14:tracePt t="86694" x="8737600" y="4959350"/>
          <p14:tracePt t="86703" x="8737600" y="4989513"/>
          <p14:tracePt t="86711" x="8737600" y="5019675"/>
          <p14:tracePt t="86720" x="8737600" y="5060950"/>
          <p14:tracePt t="86722" x="8747125" y="5091113"/>
          <p14:tracePt t="86729" x="8747125" y="5135563"/>
          <p14:tracePt t="86736" x="8751888" y="5165725"/>
          <p14:tracePt t="86744" x="8763000" y="5195888"/>
          <p14:tracePt t="86753" x="8767763" y="5226050"/>
          <p14:tracePt t="86761" x="8767763" y="5256213"/>
          <p14:tracePt t="86771" x="8777288" y="5272088"/>
          <p14:tracePt t="86778" x="8782050" y="5307013"/>
          <p14:tracePt t="86787" x="8782050" y="5311775"/>
          <p14:tracePt t="86788" x="8782050" y="5316538"/>
          <p14:tracePt t="86796" x="8782050" y="5322888"/>
          <p14:tracePt t="86805" x="8788400" y="5322888"/>
          <p14:tracePt t="86811" x="8788400" y="5327650"/>
          <p14:tracePt t="86819" x="8788400" y="5332413"/>
          <p14:tracePt t="86828" x="8793163" y="5341938"/>
          <p14:tracePt t="86842" x="8802688" y="5353050"/>
          <p14:tracePt t="86849" x="8807450" y="5357813"/>
          <p14:tracePt t="86857" x="8812213" y="5372100"/>
          <p14:tracePt t="86864" x="8818563" y="5376863"/>
          <p14:tracePt t="86871" x="8823325" y="5387975"/>
          <p14:tracePt t="86879" x="8837613" y="5402263"/>
          <p14:tracePt t="86886" x="8842375" y="5408613"/>
          <p14:tracePt t="86895" x="8853488" y="5422900"/>
          <p14:tracePt t="86903" x="8858250" y="5427663"/>
          <p14:tracePt t="86912" x="8863013" y="5443538"/>
          <p14:tracePt t="86919" x="8867775" y="5448300"/>
          <p14:tracePt t="86928" x="8872538" y="5453063"/>
          <p14:tracePt t="86936" x="8872538" y="5457825"/>
          <p14:tracePt t="86938" x="8883650" y="5462588"/>
          <p14:tracePt t="86946" x="8888413" y="5478463"/>
          <p14:tracePt t="86953" x="8904288" y="5492750"/>
          <p14:tracePt t="86961" x="8913813" y="5508625"/>
          <p14:tracePt t="86969" x="8913813" y="5513388"/>
          <p14:tracePt t="86978" x="8928100" y="5529263"/>
          <p14:tracePt t="86986" x="8934450" y="5534025"/>
          <p14:tracePt t="86994" x="8948738" y="5548313"/>
          <p14:tracePt t="87004" x="8953500" y="5554663"/>
          <p14:tracePt t="87012" x="8958263" y="5564188"/>
          <p14:tracePt t="87013" x="8964613" y="5564188"/>
          <p14:tracePt t="87021" x="8978900" y="5578475"/>
          <p14:tracePt t="87029" x="8983663" y="5584825"/>
          <p14:tracePt t="87037" x="8994775" y="5589588"/>
          <p14:tracePt t="87044" x="9009063" y="5589588"/>
          <p14:tracePt t="87054" x="9013825" y="5594350"/>
          <p14:tracePt t="87061" x="9034463" y="5603875"/>
          <p14:tracePt t="87071" x="9055100" y="5608638"/>
          <p14:tracePt t="87073" x="9069388" y="5619750"/>
          <p14:tracePt t="87081" x="9090025" y="5624513"/>
          <p14:tracePt t="87088" x="9115425" y="5634038"/>
          <p14:tracePt t="87096" x="9134475" y="5638800"/>
          <p14:tracePt t="87103" x="9150350" y="5654675"/>
          <p14:tracePt t="87111" x="9170988" y="5659438"/>
          <p14:tracePt t="87120" x="9185275" y="5659438"/>
          <p14:tracePt t="87127" x="9201150" y="5668963"/>
          <p14:tracePt t="87137" x="9226550" y="5675313"/>
          <p14:tracePt t="87145" x="9240838" y="5680075"/>
          <p14:tracePt t="87153" x="9250363" y="5680075"/>
          <p14:tracePt t="87162" x="9266238" y="5680075"/>
          <p14:tracePt t="87164" x="9286875" y="5680075"/>
          <p14:tracePt t="87171" x="9301163" y="5680075"/>
          <p14:tracePt t="87180" x="9310688" y="5680075"/>
          <p14:tracePt t="87186" x="9326563" y="5680075"/>
          <p14:tracePt t="87195" x="9336088" y="5680075"/>
          <p14:tracePt t="87203" x="9351963" y="5680075"/>
          <p14:tracePt t="87211" x="9366250" y="5689600"/>
          <p14:tracePt t="87220" x="9377363" y="5689600"/>
          <p14:tracePt t="87228" x="9391650" y="5689600"/>
          <p14:tracePt t="87237" x="9407525" y="5694363"/>
          <p14:tracePt t="87238" x="9426575" y="5694363"/>
          <p14:tracePt t="87248" x="9437688" y="5694363"/>
          <p14:tracePt t="87254" x="9463088" y="5705475"/>
          <p14:tracePt t="87261" x="9472613" y="5705475"/>
          <p14:tracePt t="87270" x="9498013" y="5705475"/>
          <p14:tracePt t="87277" x="9507538" y="5710238"/>
          <p14:tracePt t="87287" x="9523413" y="5710238"/>
          <p14:tracePt t="87294" x="9532938" y="5710238"/>
          <p14:tracePt t="87303" x="9548813" y="5710238"/>
          <p14:tracePt t="87312" x="9563100" y="5710238"/>
          <p14:tracePt t="87314" x="9588500" y="5710238"/>
          <p14:tracePt t="87320" x="9598025" y="5710238"/>
          <p14:tracePt t="87328" x="9623425" y="5715000"/>
          <p14:tracePt t="87337" x="9644063" y="5715000"/>
          <p14:tracePt t="87345" x="9658350" y="5715000"/>
          <p14:tracePt t="87353" x="9688513" y="5715000"/>
          <p14:tracePt t="87361" x="9699625" y="5715000"/>
          <p14:tracePt t="87370" x="9729788" y="5715000"/>
          <p14:tracePt t="87378" x="9748838" y="5724525"/>
          <p14:tracePt t="87386" x="9774238" y="5719763"/>
          <p14:tracePt t="87395" x="9804400" y="5719763"/>
          <p14:tracePt t="87397" x="9834563" y="5719763"/>
          <p14:tracePt t="87403" x="9875838" y="5715000"/>
          <p14:tracePt t="87411" x="9906000" y="5715000"/>
          <p14:tracePt t="87419" x="9945688" y="5705475"/>
          <p14:tracePt t="87428" x="9975850" y="5699125"/>
          <p14:tracePt t="87436" x="10010775" y="5689600"/>
          <p14:tracePt t="87445" x="10040938" y="5684838"/>
          <p14:tracePt t="87452" x="10071100" y="5675313"/>
          <p14:tracePt t="87461" x="10107613" y="5659438"/>
          <p14:tracePt t="87464" x="10137775" y="5649913"/>
          <p14:tracePt t="87471" x="10156825" y="5645150"/>
          <p14:tracePt t="87479" x="10186988" y="5634038"/>
          <p14:tracePt t="87486" x="10212388" y="5619750"/>
          <p14:tracePt t="87495" x="10242550" y="5603875"/>
          <p14:tracePt t="87502" x="10298113" y="5578475"/>
          <p14:tracePt t="87512" x="10328275" y="5564188"/>
          <p14:tracePt t="87521" x="10353675" y="5543550"/>
          <p14:tracePt t="87528" x="10388600" y="5513388"/>
          <p14:tracePt t="87537" x="10414000" y="5478463"/>
          <p14:tracePt t="87538" x="10444163" y="5432425"/>
          <p14:tracePt t="87545" x="10485438" y="5372100"/>
          <p14:tracePt t="87553" x="10499725" y="5316538"/>
          <p14:tracePt t="87561" x="10520363" y="5256213"/>
          <p14:tracePt t="87570" x="10550525" y="5186363"/>
          <p14:tracePt t="87579" x="10560050" y="5126038"/>
          <p14:tracePt t="87586" x="10571163" y="5086350"/>
          <p14:tracePt t="87595" x="10580688" y="5054600"/>
          <p14:tracePt t="87603" x="10585450" y="5010150"/>
          <p14:tracePt t="87612" x="10585450" y="4989513"/>
          <p14:tracePt t="87613" x="10594975" y="4964113"/>
          <p14:tracePt t="87622" x="10594975" y="4945063"/>
          <p14:tracePt t="87630" x="10594975" y="4929188"/>
          <p14:tracePt t="87636" x="10594975" y="4910138"/>
          <p14:tracePt t="87645" x="10594975" y="4889500"/>
          <p14:tracePt t="87652" x="10594975" y="4859338"/>
          <p14:tracePt t="87662" x="10594975" y="4843463"/>
          <p14:tracePt t="87669" x="10594975" y="4824413"/>
          <p14:tracePt t="87679" x="10590213" y="4787900"/>
          <p14:tracePt t="87686" x="10590213" y="4778375"/>
          <p14:tracePt t="87689" x="10590213" y="4768850"/>
          <p14:tracePt t="87696" x="10590213" y="4764088"/>
          <p14:tracePt t="87704" x="10590213" y="4757738"/>
          <p14:tracePt t="87712" x="10590213" y="4752975"/>
          <p14:tracePt t="87734" x="10585450" y="4752975"/>
          <p14:tracePt t="87741" x="10585450" y="4748213"/>
          <p14:tracePt t="87808" x="10585450" y="4743450"/>
          <p14:tracePt t="87823" x="10580688" y="4738688"/>
          <p14:tracePt t="87831" x="10575925" y="4727575"/>
          <p14:tracePt t="87838" x="10575925" y="4718050"/>
          <p14:tracePt t="87846" x="10564813" y="4708525"/>
          <p14:tracePt t="87853" x="10560050" y="4702175"/>
          <p14:tracePt t="87862" x="10550525" y="4692650"/>
          <p14:tracePt t="87868" x="10550525" y="4687888"/>
          <p14:tracePt t="87876" x="10545763" y="4683125"/>
          <p14:tracePt t="87891" x="10541000" y="4683125"/>
          <p14:tracePt t="87898" x="10541000" y="4678363"/>
          <p14:tracePt t="87921" x="10541000" y="4672013"/>
          <p14:tracePt t="87936" x="10534650" y="4672013"/>
          <p14:tracePt t="87951" x="10534650" y="4667250"/>
          <p14:tracePt t="87966" x="10529888" y="4662488"/>
          <p14:tracePt t="87982" x="10525125" y="4662488"/>
          <p14:tracePt t="87997" x="10525125" y="4652963"/>
          <p14:tracePt t="88003" x="10520363" y="4652963"/>
          <p14:tracePt t="88012" x="10520363" y="4648200"/>
          <p14:tracePt t="88018" x="10509250" y="4648200"/>
          <p14:tracePt t="88026" x="10499725" y="4641850"/>
          <p14:tracePt t="88033" x="10494963" y="4637088"/>
          <p14:tracePt t="88041" x="10490200" y="4632325"/>
          <p14:tracePt t="88049" x="10469563" y="4632325"/>
          <p14:tracePt t="88056" x="10455275" y="4618038"/>
          <p14:tracePt t="88063" x="10434638" y="4611688"/>
          <p14:tracePt t="88072" x="10409238" y="4602163"/>
          <p14:tracePt t="88079" x="10379075" y="4597400"/>
          <p14:tracePt t="88086" x="10333038" y="4576763"/>
          <p14:tracePt t="88094" x="10279063" y="4567238"/>
          <p14:tracePt t="88103" x="10207625" y="4546600"/>
          <p14:tracePt t="88111" x="10137775" y="4537075"/>
          <p14:tracePt t="88120" x="10056813" y="4516438"/>
          <p14:tracePt t="88128" x="9971088" y="4495800"/>
          <p14:tracePt t="88137" x="9875838" y="4476750"/>
          <p14:tracePt t="88138" x="9764713" y="4451350"/>
          <p14:tracePt t="88146" x="9644063" y="4441825"/>
          <p14:tracePt t="88153" x="9493250" y="4416425"/>
          <p14:tracePt t="88162" x="9305925" y="4379913"/>
          <p14:tracePt t="88169" x="9074150" y="4349750"/>
          <p14:tracePt t="88178" x="8848725" y="4335463"/>
          <p14:tracePt t="88186" x="8582025" y="4289425"/>
          <p14:tracePt t="88195" x="8324850" y="4259263"/>
          <p14:tracePt t="88202" x="8093075" y="4229100"/>
          <p14:tracePt t="88211" x="7650163" y="4173538"/>
          <p14:tracePt t="88213" x="7462838" y="4133850"/>
          <p14:tracePt t="88221" x="7277100" y="4094163"/>
          <p14:tracePt t="88229" x="7091363" y="4052888"/>
          <p14:tracePt t="88236" x="6904038" y="4013200"/>
          <p14:tracePt t="88246" x="6692900" y="3967163"/>
          <p14:tracePt t="88253" x="6496050" y="3911600"/>
          <p14:tracePt t="88261" x="6310313" y="3871913"/>
          <p14:tracePt t="88270" x="6122988" y="3836988"/>
          <p14:tracePt t="88278" x="5937250" y="3797300"/>
          <p14:tracePt t="88286" x="5776913" y="3756025"/>
          <p14:tracePt t="88288" x="5640388" y="3721100"/>
          <p14:tracePt t="88296" x="5519738" y="3690938"/>
          <p14:tracePt t="88303" x="5408613" y="3656013"/>
          <p14:tracePt t="88311" x="5313363" y="3625850"/>
          <p14:tracePt t="88319" x="5227638" y="3589338"/>
          <p14:tracePt t="88328" x="5141913" y="3559175"/>
          <p14:tracePt t="88336" x="5056188" y="3519488"/>
          <p14:tracePt t="88345" x="4970463" y="3484563"/>
          <p14:tracePt t="88353" x="4884738" y="3444875"/>
          <p14:tracePt t="88358" x="4814888" y="3413125"/>
          <p14:tracePt t="88364" x="4729163" y="3378200"/>
          <p14:tracePt t="88371" x="4657725" y="3338513"/>
          <p14:tracePt t="88379" x="4583113" y="3308350"/>
          <p14:tracePt t="88386" x="4467225" y="3248025"/>
          <p14:tracePt t="88395" x="4416425" y="3222625"/>
          <p14:tracePt t="88403" x="4371975" y="3201988"/>
          <p14:tracePt t="88412" x="4310063" y="3162300"/>
          <p14:tracePt t="88420" x="4279900" y="3146425"/>
          <p14:tracePt t="88428" x="4230688" y="3116263"/>
          <p14:tracePt t="88437" x="4194175" y="3090863"/>
          <p14:tracePt t="88438" x="4149725" y="3060700"/>
          <p14:tracePt t="88447" x="4114800" y="3036888"/>
          <p14:tracePt t="88453" x="4054475" y="3006725"/>
          <p14:tracePt t="88461" x="4017963" y="2970213"/>
          <p14:tracePt t="88469" x="3983038" y="2946400"/>
          <p14:tracePt t="88479" x="3933825" y="2905125"/>
          <p14:tracePt t="88486" x="3902075" y="2879725"/>
          <p14:tracePt t="88495" x="3871913" y="2844800"/>
          <p14:tracePt t="88502" x="3852863" y="2819400"/>
          <p14:tracePt t="88513" x="3827463" y="2805113"/>
          <p14:tracePt t="88515" x="3811588" y="2784475"/>
          <p14:tracePt t="88521" x="3797300" y="2774950"/>
          <p14:tracePt t="88529" x="3792538" y="2763838"/>
          <p14:tracePt t="88536" x="3776663" y="2754313"/>
          <p14:tracePt t="88544" x="3776663" y="2749550"/>
          <p14:tracePt t="88554" x="3771900" y="2744788"/>
          <p14:tracePt t="89115" x="3787775" y="2744788"/>
          <p14:tracePt t="89121" x="3827463" y="2733675"/>
          <p14:tracePt t="89129" x="3871913" y="2728913"/>
          <p14:tracePt t="89136" x="3917950" y="2708275"/>
          <p14:tracePt t="89143" x="3978275" y="2689225"/>
          <p14:tracePt t="89151" x="4033838" y="2668588"/>
          <p14:tracePt t="89158" x="4094163" y="2638425"/>
          <p14:tracePt t="89166" x="4154488" y="2613025"/>
          <p14:tracePt t="89173" x="4200525" y="2582863"/>
          <p14:tracePt t="89181" x="4260850" y="2552700"/>
          <p14:tracePt t="89188" x="4330700" y="2522538"/>
          <p14:tracePt t="89197" x="4391025" y="2492375"/>
          <p14:tracePt t="89204" x="4462463" y="2462213"/>
          <p14:tracePt t="89211" x="4537075" y="2432050"/>
          <p14:tracePt t="89220" x="4592638" y="2401888"/>
          <p14:tracePt t="89228" x="4652963" y="2371725"/>
          <p14:tracePt t="89236" x="4699000" y="2341563"/>
          <p14:tracePt t="89245" x="4748213" y="2316163"/>
          <p14:tracePt t="89254" x="4778375" y="2295525"/>
          <p14:tracePt t="89256" x="4814888" y="2281238"/>
          <p14:tracePt t="89264" x="4849813" y="2255838"/>
          <p14:tracePt t="89272" x="4894263" y="2230438"/>
          <p14:tracePt t="89278" x="4914900" y="2225675"/>
          <p14:tracePt t="89287" x="4930775" y="2209800"/>
          <p14:tracePt t="89294" x="4945063" y="2205038"/>
          <p14:tracePt t="89303" x="4965700" y="2195513"/>
          <p14:tracePt t="89311" x="4979988" y="2190750"/>
          <p14:tracePt t="89320" x="5000625" y="2185988"/>
          <p14:tracePt t="89328" x="5026025" y="2174875"/>
          <p14:tracePt t="89330" x="5046663" y="2160588"/>
          <p14:tracePt t="89339" x="5070475" y="2155825"/>
          <p14:tracePt t="89346" x="5091113" y="2144713"/>
          <p14:tracePt t="89354" x="5111750" y="2139950"/>
          <p14:tracePt t="89361" x="5126038" y="2130425"/>
          <p14:tracePt t="89370" x="5141913" y="2125663"/>
          <p14:tracePt t="89378" x="5156200" y="2119313"/>
          <p14:tracePt t="89386" x="5162550" y="2119313"/>
          <p14:tracePt t="89395" x="5167313" y="2109788"/>
          <p14:tracePt t="89403" x="5172075" y="2105025"/>
          <p14:tracePt t="89412" x="5176838" y="2105025"/>
          <p14:tracePt t="89421" x="5181600" y="2105025"/>
          <p14:tracePt t="89436" x="5181600" y="2100263"/>
          <p14:tracePt t="89451" x="5186363" y="2100263"/>
          <p14:tracePt t="89473" x="5197475" y="2100263"/>
          <p14:tracePt t="89481" x="5197475" y="2093913"/>
          <p14:tracePt t="89495" x="5202238" y="2093913"/>
          <p14:tracePt t="89511" x="5207000" y="2089150"/>
          <p14:tracePt t="89526" x="5211763" y="2089150"/>
          <p14:tracePt t="89533" x="5211763" y="2084388"/>
          <p14:tracePt t="89541" x="5216525" y="2084388"/>
          <p14:tracePt t="89556" x="5222875" y="2079625"/>
          <p14:tracePt t="89571" x="5227638" y="2070100"/>
          <p14:tracePt t="89579" x="5237163" y="2070100"/>
          <p14:tracePt t="89586" x="5241925" y="2063750"/>
          <p14:tracePt t="89593" x="5246688" y="2058988"/>
          <p14:tracePt t="89601" x="5253038" y="2058988"/>
          <p14:tracePt t="89608" x="5257800" y="2054225"/>
          <p14:tracePt t="89623" x="5262563" y="2054225"/>
          <p14:tracePt t="89631" x="5262563" y="2049463"/>
          <p14:tracePt t="89737" x="5257800" y="2054225"/>
          <p14:tracePt t="89743" x="5253038" y="2054225"/>
          <p14:tracePt t="89751" x="5246688" y="2054225"/>
          <p14:tracePt t="89766" x="5246688" y="2058988"/>
          <p14:tracePt t="89773" x="5241925" y="2058988"/>
          <p14:tracePt t="89796" x="5246688" y="2058988"/>
          <p14:tracePt t="89803" x="5257800" y="2058988"/>
          <p14:tracePt t="89811" x="5278438" y="2058988"/>
          <p14:tracePt t="89818" x="5302250" y="2058988"/>
          <p14:tracePt t="89826" x="5322888" y="2058988"/>
          <p14:tracePt t="89833" x="5353050" y="2058988"/>
          <p14:tracePt t="89841" x="5383213" y="2049463"/>
          <p14:tracePt t="89848" x="5408613" y="2033588"/>
          <p14:tracePt t="89856" x="5429250" y="2033588"/>
          <p14:tracePt t="89864" x="5443538" y="2028825"/>
          <p14:tracePt t="89871" x="5454650" y="2024063"/>
          <p14:tracePt t="89879" x="5468938" y="2014538"/>
          <p14:tracePt t="89886" x="5484813" y="2009775"/>
          <p14:tracePt t="89895" x="5489575" y="2009775"/>
          <p14:tracePt t="89903" x="5494338" y="2003425"/>
          <p14:tracePt t="89912" x="5499100" y="2003425"/>
          <p14:tracePt t="89931" x="5508625" y="1998663"/>
          <p14:tracePt t="89946" x="5514975" y="1998663"/>
          <p14:tracePt t="89954" x="5514975" y="1989138"/>
          <p14:tracePt t="89961" x="5519738" y="1989138"/>
          <p14:tracePt t="89983" x="5519738" y="1984375"/>
          <p14:tracePt t="90150" x="5514975" y="1998663"/>
          <p14:tracePt t="90156" x="5503863" y="2003425"/>
          <p14:tracePt t="90164" x="5503863" y="2009775"/>
          <p14:tracePt t="90172" x="5499100" y="2014538"/>
          <p14:tracePt t="90179" x="5494338" y="2019300"/>
          <p14:tracePt t="90186" x="5494338" y="2024063"/>
          <p14:tracePt t="90195" x="5489575" y="2024063"/>
          <p14:tracePt t="90204" x="5489575" y="2033588"/>
          <p14:tracePt t="90231" x="5489575" y="2039938"/>
          <p14:tracePt t="90299" x="5494338" y="2039938"/>
          <p14:tracePt t="90306" x="5499100" y="2044700"/>
          <p14:tracePt t="90330" x="5508625" y="2044700"/>
          <p14:tracePt t="90466" x="5503863" y="2044700"/>
          <p14:tracePt t="90471" x="5499100" y="2049463"/>
          <p14:tracePt t="90479" x="5489575" y="2054225"/>
          <p14:tracePt t="90487" x="5464175" y="2079625"/>
          <p14:tracePt t="90494" x="5434013" y="2093913"/>
          <p14:tracePt t="90503" x="5399088" y="2109788"/>
          <p14:tracePt t="90511" x="5302250" y="2179638"/>
          <p14:tracePt t="90520" x="5241925" y="2220913"/>
          <p14:tracePt t="90528" x="5181600" y="2270125"/>
          <p14:tracePt t="90537" x="5091113" y="2325688"/>
          <p14:tracePt t="90539" x="5021263" y="2376488"/>
          <p14:tracePt t="90546" x="4930775" y="2441575"/>
          <p14:tracePt t="90554" x="4859338" y="2508250"/>
          <p14:tracePt t="90561" x="4794250" y="2557463"/>
          <p14:tracePt t="90570" x="4733925" y="2617788"/>
          <p14:tracePt t="90578" x="4673600" y="2673350"/>
          <p14:tracePt t="90586" x="4608513" y="2733675"/>
          <p14:tracePt t="90595" x="4548188" y="2784475"/>
          <p14:tracePt t="90603" x="4497388" y="2844800"/>
          <p14:tracePt t="90611" x="4432300" y="2900363"/>
          <p14:tracePt t="90620" x="4381500" y="2960688"/>
          <p14:tracePt t="90621" x="4330700" y="3011488"/>
          <p14:tracePt t="90630" x="4279900" y="3071813"/>
          <p14:tracePt t="90636" x="4240213" y="3132138"/>
          <p14:tracePt t="90645" x="4200525" y="3192463"/>
          <p14:tracePt t="90653" x="4159250" y="3252788"/>
          <p14:tracePt t="90662" x="4133850" y="3298825"/>
          <p14:tracePt t="90670" x="4094163" y="3348038"/>
          <p14:tracePt t="90678" x="4064000" y="3394075"/>
          <p14:tracePt t="90687" x="4017963" y="3475038"/>
          <p14:tracePt t="90689" x="3994150" y="3509963"/>
          <p14:tracePt t="90697" x="3968750" y="3544888"/>
          <p14:tracePt t="90704" x="3952875" y="3570288"/>
          <p14:tracePt t="90712" x="3927475" y="3589338"/>
          <p14:tracePt t="90727" x="3887788" y="3651250"/>
          <p14:tracePt t="90733" x="3871913" y="3670300"/>
          <p14:tracePt t="90741" x="3862388" y="3686175"/>
          <p14:tracePt t="90749" x="3848100" y="3705225"/>
          <p14:tracePt t="90757" x="3836988" y="3721100"/>
          <p14:tracePt t="90764" x="3822700" y="3735388"/>
          <p14:tracePt t="90772" x="3802063" y="3760788"/>
          <p14:tracePt t="90779" x="3787775" y="3771900"/>
          <p14:tracePt t="90786" x="3762375" y="3797300"/>
          <p14:tracePt t="90795" x="3736975" y="3832225"/>
          <p14:tracePt t="90803" x="3711575" y="3867150"/>
          <p14:tracePt t="90811" x="3676650" y="3902075"/>
          <p14:tracePt t="90820" x="3641725" y="3937000"/>
          <p14:tracePt t="90828" x="3609975" y="3973513"/>
          <p14:tracePt t="90836" x="3575050" y="4013200"/>
          <p14:tracePt t="90839" x="3544888" y="4057650"/>
          <p14:tracePt t="90846" x="3519488" y="4094163"/>
          <p14:tracePt t="90856" x="3459163" y="4164013"/>
          <p14:tracePt t="90861" x="3424238" y="4198938"/>
          <p14:tracePt t="90870" x="3384550" y="4240213"/>
          <p14:tracePt t="90880" x="3343275" y="4300538"/>
          <p14:tracePt t="90887" x="3298825" y="4335463"/>
          <p14:tracePt t="90895" x="3248025" y="4386263"/>
          <p14:tracePt t="90903" x="3197225" y="4435475"/>
          <p14:tracePt t="90912" x="3148013" y="4486275"/>
          <p14:tracePt t="90914" x="3111500" y="4521200"/>
          <p14:tracePt t="90921" x="3062288" y="4562475"/>
          <p14:tracePt t="90929" x="3027363" y="4597400"/>
          <p14:tracePt t="90936" x="2990850" y="4622800"/>
          <p14:tracePt t="90945" x="2971800" y="4648200"/>
          <p14:tracePt t="90953" x="2935288" y="4662488"/>
          <p14:tracePt t="90962" x="2900363" y="4687888"/>
          <p14:tracePt t="90970" x="2881313" y="4702175"/>
          <p14:tracePt t="90978" x="2844800" y="4727575"/>
          <p14:tracePt t="90986" x="2809875" y="4748213"/>
          <p14:tracePt t="90988" x="2789238" y="4768850"/>
          <p14:tracePt t="90997" x="2754313" y="4783138"/>
          <p14:tracePt t="91004" x="2728913" y="4808538"/>
          <p14:tracePt t="91012" x="2709863" y="4824413"/>
          <p14:tracePt t="91020" x="2689225" y="4833938"/>
          <p14:tracePt t="91028" x="2659063" y="4859338"/>
          <p14:tracePt t="91037" x="2643188" y="4873625"/>
          <p14:tracePt t="91045" x="2628900" y="4889500"/>
          <p14:tracePt t="91053" x="2613025" y="4894263"/>
          <p14:tracePt t="91055" x="2608263" y="4910138"/>
          <p14:tracePt t="91064" x="2603500" y="4914900"/>
          <p14:tracePt t="91071" x="2589213" y="4929188"/>
          <p14:tracePt t="91079" x="2582863" y="4945063"/>
          <p14:tracePt t="91087" x="2578100" y="4949825"/>
          <p14:tracePt t="91094" x="2573338" y="4954588"/>
          <p14:tracePt t="91103" x="2568575" y="4959350"/>
          <p14:tracePt t="91111" x="2568575" y="4964113"/>
          <p14:tracePt t="91120" x="2557463" y="4964113"/>
          <p14:tracePt t="91132" x="2557463" y="4970463"/>
          <p14:tracePt t="91139" x="2552700" y="4970463"/>
          <p14:tracePt t="91356" x="2578100" y="4945063"/>
          <p14:tracePt t="91363" x="2603500" y="4924425"/>
          <p14:tracePt t="91371" x="2619375" y="4899025"/>
          <p14:tracePt t="91379" x="2638425" y="4884738"/>
          <p14:tracePt t="91386" x="2679700" y="4848225"/>
          <p14:tracePt t="91393" x="2693988" y="4813300"/>
          <p14:tracePt t="91401" x="2719388" y="4778375"/>
          <p14:tracePt t="91408" x="2754313" y="4743450"/>
          <p14:tracePt t="91416" x="2805113" y="4692650"/>
          <p14:tracePt t="91423" x="2844800" y="4648200"/>
          <p14:tracePt t="91431" x="2886075" y="4597400"/>
          <p14:tracePt t="91439" x="2930525" y="4562475"/>
          <p14:tracePt t="91446" x="2971800" y="4511675"/>
          <p14:tracePt t="91454" x="2995613" y="4486275"/>
          <p14:tracePt t="91462" x="3021013" y="4451350"/>
          <p14:tracePt t="91469" x="3036888" y="4421188"/>
          <p14:tracePt t="91478" x="3062288" y="4395788"/>
          <p14:tracePt t="91486" x="3087688" y="4360863"/>
          <p14:tracePt t="91495" x="3101975" y="4330700"/>
          <p14:tracePt t="91503" x="3141663" y="4279900"/>
          <p14:tracePt t="91512" x="3182938" y="4229100"/>
          <p14:tracePt t="91519" x="3222625" y="4168775"/>
          <p14:tracePt t="91530" x="3324225" y="4033838"/>
          <p14:tracePt t="91536" x="3398838" y="3957638"/>
          <p14:tracePt t="91545" x="3454400" y="3887788"/>
          <p14:tracePt t="91553" x="3514725" y="3821113"/>
          <p14:tracePt t="91561" x="3590925" y="3735388"/>
          <p14:tracePt t="91570" x="3625850" y="3711575"/>
          <p14:tracePt t="91578" x="3651250" y="3690938"/>
          <p14:tracePt t="91586" x="3686175" y="3660775"/>
          <p14:tracePt t="91589" x="3721100" y="3635375"/>
          <p14:tracePt t="91596" x="3756025" y="3609975"/>
          <p14:tracePt t="91604" x="3792538" y="3584575"/>
          <p14:tracePt t="91612" x="3827463" y="3544888"/>
          <p14:tracePt t="91620" x="3871913" y="3509963"/>
          <p14:tracePt t="91628" x="3948113" y="3454400"/>
          <p14:tracePt t="91636" x="4008438" y="3403600"/>
          <p14:tracePt t="91645" x="4084638" y="3338513"/>
          <p14:tracePt t="91653" x="4144963" y="3287713"/>
          <p14:tracePt t="91662" x="4210050" y="3227388"/>
          <p14:tracePt t="91664" x="4270375" y="3171825"/>
          <p14:tracePt t="91671" x="4321175" y="3127375"/>
          <p14:tracePt t="91679" x="4356100" y="3086100"/>
          <p14:tracePt t="91686" x="4406900" y="3051175"/>
          <p14:tracePt t="91695" x="4446588" y="3000375"/>
          <p14:tracePt t="91703" x="4481513" y="2965450"/>
          <p14:tracePt t="91711" x="4527550" y="2925763"/>
          <p14:tracePt t="91719" x="4592638" y="2874963"/>
          <p14:tracePt t="91728" x="4652963" y="2824163"/>
          <p14:tracePt t="91736" x="4729163" y="2768600"/>
          <p14:tracePt t="91738" x="4814888" y="2703513"/>
          <p14:tracePt t="91740" x="4900613" y="2654300"/>
          <p14:tracePt t="91747" x="4986338" y="2587625"/>
          <p14:tracePt t="91754" x="5060950" y="2522538"/>
          <p14:tracePt t="91761" x="5137150" y="2457450"/>
          <p14:tracePt t="91769" x="5197475" y="2406650"/>
          <p14:tracePt t="91778" x="5262563" y="2355850"/>
          <p14:tracePt t="91787" x="5308600" y="2306638"/>
          <p14:tracePt t="91794" x="5357813" y="2265363"/>
          <p14:tracePt t="91803" x="5383213" y="2230438"/>
          <p14:tracePt t="91811" x="5418138" y="2205038"/>
          <p14:tracePt t="91821" x="5443538" y="2179638"/>
          <p14:tracePt t="91822" x="5468938" y="2160588"/>
          <p14:tracePt t="91829" x="5489575" y="2135188"/>
          <p14:tracePt t="91836" x="5514975" y="2109788"/>
          <p14:tracePt t="91844" x="5534025" y="2089150"/>
          <p14:tracePt t="91854" x="5570538" y="2063750"/>
          <p14:tracePt t="91861" x="5594350" y="2039938"/>
          <p14:tracePt t="91870" x="5619750" y="2014538"/>
          <p14:tracePt t="91878" x="5635625" y="1993900"/>
          <p14:tracePt t="91887" x="5661025" y="1958975"/>
          <p14:tracePt t="91888" x="5680075" y="1938338"/>
          <p14:tracePt t="91897" x="5695950" y="1912938"/>
          <p14:tracePt t="91904" x="5710238" y="1898650"/>
          <p14:tracePt t="91911" x="5715000" y="1887538"/>
          <p14:tracePt t="91919" x="5746750" y="1847850"/>
          <p14:tracePt t="91928" x="5756275" y="1833563"/>
          <p14:tracePt t="91936" x="5770563" y="1812925"/>
          <p14:tracePt t="91944" x="5791200" y="1797050"/>
          <p14:tracePt t="91953" x="5807075" y="1782763"/>
          <p14:tracePt t="91964" x="5842000" y="1752600"/>
          <p14:tracePt t="91972" x="5851525" y="1741488"/>
          <p14:tracePt t="91979" x="5861050" y="1731963"/>
          <p14:tracePt t="91987" x="5867400" y="1727200"/>
          <p14:tracePt t="91994" x="5876925" y="1727200"/>
          <p14:tracePt t="92003" x="5881688" y="1722438"/>
          <p14:tracePt t="92011" x="5886450" y="1717675"/>
          <p14:tracePt t="92031" x="5886450" y="1711325"/>
          <p14:tracePt t="92151" x="5886450" y="1706563"/>
          <p14:tracePt t="92173" x="5892800" y="1697038"/>
          <p14:tracePt t="92182" x="5897563" y="1697038"/>
          <p14:tracePt t="92189" x="5902325" y="1692275"/>
          <p14:tracePt t="92196" x="5916613" y="1692275"/>
          <p14:tracePt t="92204" x="5922963" y="1687513"/>
          <p14:tracePt t="92211" x="5932488" y="1681163"/>
          <p14:tracePt t="92219" x="5957888" y="1671638"/>
          <p14:tracePt t="92226" x="5972175" y="1666875"/>
          <p14:tracePt t="92233" x="5992813" y="1662113"/>
          <p14:tracePt t="92241" x="6013450" y="1651000"/>
          <p14:tracePt t="92248" x="6027738" y="1646238"/>
          <p14:tracePt t="92256" x="6043613" y="1636713"/>
          <p14:tracePt t="92264" x="6053138" y="1636713"/>
          <p14:tracePt t="92272" x="6057900" y="1636713"/>
          <p14:tracePt t="92280" x="6073775" y="1636713"/>
          <p14:tracePt t="92294" x="6078538" y="1636713"/>
          <p14:tracePt t="92302" x="6083300" y="1636713"/>
          <p14:tracePt t="92339" x="6088063" y="1636713"/>
          <p14:tracePt t="92392" x="6092825" y="1636713"/>
          <p14:tracePt t="92398" x="6099175" y="1636713"/>
          <p14:tracePt t="92413" x="6108700" y="1636713"/>
          <p14:tracePt t="92421" x="6113463" y="1636713"/>
          <p14:tracePt t="92436" x="6118225" y="1636713"/>
          <p14:tracePt t="92451" x="6122988" y="1636713"/>
          <p14:tracePt t="92466" x="6129338" y="1636713"/>
          <p14:tracePt t="92481" x="6134100" y="1636713"/>
          <p14:tracePt t="92496" x="6138863" y="1636713"/>
          <p14:tracePt t="92511" x="6148388" y="1636713"/>
          <p14:tracePt t="92859" x="6159500" y="1625600"/>
          <p14:tracePt t="92865" x="6178550" y="1616075"/>
          <p14:tracePt t="92874" x="6194425" y="1601788"/>
          <p14:tracePt t="92880" x="6208713" y="1595438"/>
          <p14:tracePt t="92889" x="6215063" y="1590675"/>
          <p14:tracePt t="92896" x="6219825" y="1585913"/>
          <p14:tracePt t="92903" x="6224588" y="1585913"/>
          <p14:tracePt t="92912" x="6234113" y="1581150"/>
          <p14:tracePt t="92924" x="6234113" y="1576388"/>
          <p14:tracePt t="92931" x="6238875" y="1576388"/>
          <p14:tracePt t="92969" x="6245225" y="1565275"/>
          <p14:tracePt t="92977" x="6249988" y="1560513"/>
          <p14:tracePt t="92984" x="6254750" y="1555750"/>
          <p14:tracePt t="92991" x="6259513" y="1555750"/>
          <p14:tracePt t="92999" x="6264275" y="1555750"/>
          <p14:tracePt t="93007" x="6275388" y="1550988"/>
          <p14:tracePt t="93014" x="6280150" y="1550988"/>
          <p14:tracePt t="93022" x="6284913" y="1550988"/>
          <p14:tracePt t="93029" x="6289675" y="1546225"/>
          <p14:tracePt t="93037" x="6294438" y="1546225"/>
          <p14:tracePt t="93045" x="6310313" y="1546225"/>
          <p14:tracePt t="93053" x="6319838" y="1535113"/>
          <p14:tracePt t="93062" x="6335713" y="1535113"/>
          <p14:tracePt t="93070" x="6345238" y="1535113"/>
          <p14:tracePt t="93078" x="6361113" y="1535113"/>
          <p14:tracePt t="93081" x="6375400" y="1535113"/>
          <p14:tracePt t="93090" x="6384925" y="1535113"/>
          <p14:tracePt t="93097" x="6391275" y="1535113"/>
          <p14:tracePt t="93104" x="6405563" y="1541463"/>
          <p14:tracePt t="93112" x="6410325" y="1541463"/>
          <p14:tracePt t="93120" x="6421438" y="1541463"/>
          <p14:tracePt t="93134" x="6426200" y="1541463"/>
          <p14:tracePt t="93140" x="6435725" y="1541463"/>
          <p14:tracePt t="93148" x="6440488" y="1541463"/>
          <p14:tracePt t="93157" x="6451600" y="1541463"/>
          <p14:tracePt t="93164" x="6465888" y="1541463"/>
          <p14:tracePt t="93173" x="6491288" y="1541463"/>
          <p14:tracePt t="93179" x="6521450" y="1541463"/>
          <p14:tracePt t="93187" x="6542088" y="1541463"/>
          <p14:tracePt t="93196" x="6572250" y="1541463"/>
          <p14:tracePt t="93204" x="6591300" y="1541463"/>
          <p14:tracePt t="93211" x="6616700" y="1541463"/>
          <p14:tracePt t="93220" x="6646863" y="1541463"/>
          <p14:tracePt t="93228" x="6667500" y="1541463"/>
          <p14:tracePt t="93236" x="6688138" y="1541463"/>
          <p14:tracePt t="93245" x="6707188" y="1541463"/>
          <p14:tracePt t="93247" x="6732588" y="1535113"/>
          <p14:tracePt t="93256" x="6753225" y="1535113"/>
          <p14:tracePt t="93262" x="6767513" y="1535113"/>
          <p14:tracePt t="93270" x="6788150" y="1530350"/>
          <p14:tracePt t="93278" x="6804025" y="1530350"/>
          <p14:tracePt t="93287" x="6808788" y="1525588"/>
          <p14:tracePt t="93292" x="6818313" y="1525588"/>
          <p14:tracePt t="93299" x="6823075" y="1525588"/>
          <p14:tracePt t="93314" x="6829425" y="1525588"/>
          <p14:tracePt t="93337" x="6838950" y="1525588"/>
          <p14:tracePt t="93359" x="6843713" y="1525588"/>
          <p14:tracePt t="93366" x="6843713" y="1520825"/>
          <p14:tracePt t="93375" x="6853238" y="1520825"/>
          <p14:tracePt t="93381" x="6869113" y="1520825"/>
          <p14:tracePt t="93389" x="6878638" y="1520825"/>
          <p14:tracePt t="93397" x="6894513" y="1520825"/>
          <p14:tracePt t="93405" x="6904038" y="1520825"/>
          <p14:tracePt t="93412" x="6919913" y="1511300"/>
          <p14:tracePt t="93420" x="6924675" y="1511300"/>
          <p14:tracePt t="93428" x="6938963" y="1511300"/>
          <p14:tracePt t="93436" x="6950075" y="1511300"/>
          <p14:tracePt t="93445" x="6964363" y="1511300"/>
          <p14:tracePt t="93453" x="6975475" y="1511300"/>
          <p14:tracePt t="93461" x="6989763" y="1516063"/>
          <p14:tracePt t="93471" x="7010400" y="1516063"/>
          <p14:tracePt t="93473" x="7024688" y="1516063"/>
          <p14:tracePt t="93480" x="7045325" y="1516063"/>
          <p14:tracePt t="93487" x="7059613" y="1516063"/>
          <p14:tracePt t="93495" x="7080250" y="1516063"/>
          <p14:tracePt t="93503" x="7100888" y="1511300"/>
          <p14:tracePt t="93512" x="7126288" y="1511300"/>
          <p14:tracePt t="93520" x="7165975" y="1504950"/>
          <p14:tracePt t="93529" x="7191375" y="1495425"/>
          <p14:tracePt t="93537" x="7221538" y="1495425"/>
          <p14:tracePt t="93540" x="7242175" y="1490663"/>
          <p14:tracePt t="93546" x="7261225" y="1481138"/>
          <p14:tracePt t="93555" x="7286625" y="1481138"/>
          <p14:tracePt t="93562" x="7307263" y="1474788"/>
          <p14:tracePt t="93572" x="7327900" y="1474788"/>
          <p14:tracePt t="93578" x="7337425" y="1474788"/>
          <p14:tracePt t="93587" x="7346950" y="1470025"/>
          <p14:tracePt t="93595" x="7362825" y="1470025"/>
          <p14:tracePt t="93604" x="7367588" y="1470025"/>
          <p14:tracePt t="93606" x="7372350" y="1470025"/>
          <p14:tracePt t="93614" x="7377113" y="1470025"/>
          <p14:tracePt t="93622" x="7383463" y="1474788"/>
          <p14:tracePt t="93628" x="7388225" y="1474788"/>
          <p14:tracePt t="93637" x="7402513" y="1474788"/>
          <p14:tracePt t="93645" x="7407275" y="1481138"/>
          <p14:tracePt t="93653" x="7418388" y="1481138"/>
          <p14:tracePt t="93662" x="7432675" y="1481138"/>
          <p14:tracePt t="93669" x="7437438" y="1485900"/>
          <p14:tracePt t="93673" x="7443788" y="1485900"/>
          <p14:tracePt t="93682" x="7453313" y="1485900"/>
          <p14:tracePt t="93689" x="7462838" y="1485900"/>
          <p14:tracePt t="93697" x="7467600" y="1485900"/>
          <p14:tracePt t="93704" x="7493000" y="1485900"/>
          <p14:tracePt t="93711" x="7497763" y="1485900"/>
          <p14:tracePt t="93719" x="7508875" y="1485900"/>
          <p14:tracePt t="93727" x="7523163" y="1485900"/>
          <p14:tracePt t="93736" x="7539038" y="1485900"/>
          <p14:tracePt t="93744" x="7548563" y="1485900"/>
          <p14:tracePt t="93752" x="7569200" y="1485900"/>
          <p14:tracePt t="93761" x="7583488" y="1485900"/>
          <p14:tracePt t="93771" x="7604125" y="1474788"/>
          <p14:tracePt t="93772" x="7629525" y="1474788"/>
          <p14:tracePt t="93778" x="7650163" y="1474788"/>
          <p14:tracePt t="93787" x="7680325" y="1474788"/>
          <p14:tracePt t="93795" x="7710488" y="1474788"/>
          <p14:tracePt t="93803" x="7740650" y="1474788"/>
          <p14:tracePt t="93811" x="7770813" y="1481138"/>
          <p14:tracePt t="93819" x="7810500" y="1481138"/>
          <p14:tracePt t="93828" x="7835900" y="1485900"/>
          <p14:tracePt t="93837" x="7875588" y="1485900"/>
          <p14:tracePt t="93844" x="7896225" y="1495425"/>
          <p14:tracePt t="93854" x="7942263" y="1511300"/>
          <p14:tracePt t="93861" x="7961313" y="1516063"/>
          <p14:tracePt t="93869" x="7981950" y="1516063"/>
          <p14:tracePt t="93877" x="8021638" y="1530350"/>
          <p14:tracePt t="93887" x="8032750" y="1530350"/>
          <p14:tracePt t="93896" x="8047038" y="1535113"/>
          <p14:tracePt t="93903" x="8062913" y="1546225"/>
          <p14:tracePt t="93912" x="8072438" y="1550988"/>
          <p14:tracePt t="93913" x="8088313" y="1550988"/>
          <p14:tracePt t="93921" x="8093075" y="1555750"/>
          <p14:tracePt t="93929" x="8097838" y="1555750"/>
          <p14:tracePt t="93937" x="8102600" y="1560513"/>
          <p14:tracePt t="93951" x="8107363" y="1560513"/>
          <p14:tracePt t="93958" x="8107363" y="1565275"/>
          <p14:tracePt t="93966" x="8118475" y="1565275"/>
          <p14:tracePt t="94432" x="8062913" y="1601788"/>
          <p14:tracePt t="94439" x="7991475" y="1631950"/>
          <p14:tracePt t="94447" x="7916863" y="1681163"/>
          <p14:tracePt t="94455" x="7861300" y="1711325"/>
          <p14:tracePt t="94462" x="7800975" y="1752600"/>
          <p14:tracePt t="94470" x="7750175" y="1782763"/>
          <p14:tracePt t="94478" x="7705725" y="1812925"/>
          <p14:tracePt t="94487" x="7680325" y="1827213"/>
          <p14:tracePt t="94495" x="7659688" y="1843088"/>
          <p14:tracePt t="94503" x="7634288" y="1857375"/>
          <p14:tracePt t="94506" x="7624763" y="1863725"/>
          <p14:tracePt t="94514" x="7613650" y="1878013"/>
          <p14:tracePt t="94523" x="7608888" y="1882775"/>
          <p14:tracePt t="94529" x="7604125" y="1882775"/>
          <p14:tracePt t="94537" x="7599363" y="1887538"/>
          <p14:tracePt t="94552" x="7594600" y="1887538"/>
          <p14:tracePt t="94559" x="7594600" y="1893888"/>
          <p14:tracePt t="94568" x="7589838" y="1893888"/>
          <p14:tracePt t="94574" x="7578725" y="1898650"/>
          <p14:tracePt t="94582" x="7569200" y="1903413"/>
          <p14:tracePt t="94589" x="7548563" y="1912938"/>
          <p14:tracePt t="94597" x="7523163" y="1928813"/>
          <p14:tracePt t="94604" x="7483475" y="1943100"/>
          <p14:tracePt t="94611" x="7437438" y="1963738"/>
          <p14:tracePt t="94620" x="7307263" y="2024063"/>
          <p14:tracePt t="94628" x="7231063" y="2063750"/>
          <p14:tracePt t="94636" x="7131050" y="2119313"/>
          <p14:tracePt t="94645" x="7019925" y="2174875"/>
          <p14:tracePt t="94653" x="6869113" y="2265363"/>
          <p14:tracePt t="94662" x="6683375" y="2381250"/>
          <p14:tracePt t="94664" x="6465888" y="2522538"/>
          <p14:tracePt t="94671" x="6173788" y="2673350"/>
          <p14:tracePt t="94679" x="5876925" y="2849563"/>
          <p14:tracePt t="94687" x="5554663" y="3046413"/>
          <p14:tracePt t="94695" x="5227638" y="3243263"/>
          <p14:tracePt t="94704" x="4910138" y="3403600"/>
          <p14:tracePt t="94712" x="4638675" y="3575050"/>
          <p14:tracePt t="94719" x="4451350" y="3690938"/>
          <p14:tracePt t="94728" x="4265613" y="3786188"/>
          <p14:tracePt t="94737" x="4133850" y="3857625"/>
          <p14:tracePt t="94745" x="4024313" y="3902075"/>
          <p14:tracePt t="94748" x="3952875" y="3948113"/>
          <p14:tracePt t="94755" x="3902075" y="3973513"/>
          <p14:tracePt t="94761" x="3871913" y="3983038"/>
          <p14:tracePt t="94770" x="3852863" y="3997325"/>
          <p14:tracePt t="94778" x="3848100" y="4003675"/>
          <p14:tracePt t="94799" x="3848100" y="3983038"/>
          <p14:tracePt t="94806" x="3871913" y="3948113"/>
          <p14:tracePt t="94814" x="3927475" y="3871913"/>
          <p14:tracePt t="94822" x="3983038" y="3786188"/>
          <p14:tracePt t="94829" x="4048125" y="3686175"/>
          <p14:tracePt t="94837" x="4103688" y="3589338"/>
          <p14:tracePt t="94844" x="4184650" y="3475038"/>
          <p14:tracePt t="94854" x="4260850" y="3363913"/>
          <p14:tracePt t="94861" x="4325938" y="3262313"/>
          <p14:tracePt t="94870" x="4406900" y="3162300"/>
          <p14:tracePt t="94879" x="4497388" y="3060700"/>
          <p14:tracePt t="94887" x="4562475" y="2970213"/>
          <p14:tracePt t="94895" x="4638675" y="2884488"/>
          <p14:tracePt t="94897" x="4729163" y="2809875"/>
          <p14:tracePt t="94905" x="4803775" y="2719388"/>
          <p14:tracePt t="94913" x="4889500" y="2654300"/>
          <p14:tracePt t="94919" x="4965700" y="2587625"/>
          <p14:tracePt t="94928" x="5040313" y="2513013"/>
          <p14:tracePt t="94937" x="5091113" y="2466975"/>
          <p14:tracePt t="94946" x="5141913" y="2416175"/>
          <p14:tracePt t="94950" x="5192713" y="2376488"/>
          <p14:tracePt t="94951" x="5216525" y="2341563"/>
          <p14:tracePt t="94957" x="5237163" y="2316163"/>
          <p14:tracePt t="94964" x="5253038" y="2306638"/>
          <p14:tracePt t="94971" x="5267325" y="2290763"/>
          <p14:tracePt t="94980" x="5272088" y="2286000"/>
          <p14:tracePt t="94986" x="5278438" y="2276475"/>
          <p14:tracePt t="94995" x="5283200" y="2270125"/>
          <p14:tracePt t="95003" x="5283200" y="2265363"/>
          <p14:tracePt t="95024" x="5283200" y="2260600"/>
          <p14:tracePt t="95031" x="5292725" y="2260600"/>
          <p14:tracePt t="95084" x="5287963" y="2260600"/>
          <p14:tracePt t="95092" x="5278438" y="2270125"/>
          <p14:tracePt t="95101" x="5241925" y="2295525"/>
          <p14:tracePt t="95107" x="5172075" y="2346325"/>
          <p14:tracePt t="95115" x="5081588" y="2422525"/>
          <p14:tracePt t="95122" x="4965700" y="2517775"/>
          <p14:tracePt t="95131" x="4608513" y="2844800"/>
          <p14:tracePt t="95137" x="4376738" y="3041650"/>
          <p14:tracePt t="95146" x="4159250" y="3278188"/>
          <p14:tracePt t="95154" x="3897313" y="3519488"/>
          <p14:tracePt t="95162" x="3660775" y="3756025"/>
          <p14:tracePt t="95170" x="3429000" y="3973513"/>
          <p14:tracePt t="95179" x="3222625" y="4164013"/>
          <p14:tracePt t="95181" x="3067050" y="4319588"/>
          <p14:tracePt t="95190" x="2941638" y="4430713"/>
          <p14:tracePt t="95197" x="2840038" y="4521200"/>
          <p14:tracePt t="95204" x="2765425" y="4597400"/>
          <p14:tracePt t="95212" x="2689225" y="4662488"/>
          <p14:tracePt t="95220" x="2628900" y="4702175"/>
          <p14:tracePt t="95228" x="2582863" y="4752975"/>
          <p14:tracePt t="95236" x="2543175" y="4787900"/>
          <p14:tracePt t="95245" x="2508250" y="4833938"/>
          <p14:tracePt t="95253" x="2466975" y="4873625"/>
          <p14:tracePt t="95256" x="2443163" y="4910138"/>
          <p14:tracePt t="95263" x="2406650" y="4954588"/>
          <p14:tracePt t="95273" x="2376488" y="4989513"/>
          <p14:tracePt t="95280" x="2351088" y="5024438"/>
          <p14:tracePt t="95287" x="2336800" y="5060950"/>
          <p14:tracePt t="95295" x="2320925" y="5080000"/>
          <p14:tracePt t="95303" x="2306638" y="5095875"/>
          <p14:tracePt t="95312" x="2286000" y="5126038"/>
          <p14:tracePt t="95320" x="2281238" y="5135563"/>
          <p14:tracePt t="95328" x="2271713" y="5140325"/>
          <p14:tracePt t="95337" x="2260600" y="5146675"/>
          <p14:tracePt t="95341" x="2255838" y="5160963"/>
          <p14:tracePt t="95346" x="2246313" y="5165725"/>
          <p14:tracePt t="95355" x="2241550" y="5170488"/>
          <p14:tracePt t="95363" x="2230438" y="5181600"/>
          <p14:tracePt t="95370" x="2225675" y="5186363"/>
          <p14:tracePt t="95378" x="2220913" y="5186363"/>
          <p14:tracePt t="95387" x="2220913" y="5191125"/>
          <p14:tracePt t="95399" x="2211388" y="5191125"/>
          <p14:tracePt t="95436" x="2216150" y="5191125"/>
          <p14:tracePt t="95444" x="2225675" y="5181600"/>
          <p14:tracePt t="95452" x="2251075" y="5165725"/>
          <p14:tracePt t="95459" x="2290763" y="5130800"/>
          <p14:tracePt t="95466" x="2341563" y="5095875"/>
          <p14:tracePt t="95474" x="2413000" y="5049838"/>
          <p14:tracePt t="95482" x="2478088" y="5000625"/>
          <p14:tracePt t="95490" x="2663825" y="4878388"/>
          <p14:tracePt t="95496" x="2749550" y="4813300"/>
          <p14:tracePt t="95505" x="2849563" y="4738688"/>
          <p14:tracePt t="95512" x="2965450" y="4657725"/>
          <p14:tracePt t="95520" x="3097213" y="4562475"/>
          <p14:tracePt t="95528" x="3217863" y="4465638"/>
          <p14:tracePt t="95536" x="3363913" y="4344988"/>
          <p14:tracePt t="95545" x="3484563" y="4233863"/>
          <p14:tracePt t="95554" x="3590925" y="4133850"/>
          <p14:tracePt t="95556" x="3690938" y="4043363"/>
          <p14:tracePt t="95564" x="3767138" y="3952875"/>
          <p14:tracePt t="95572" x="3857625" y="3876675"/>
          <p14:tracePt t="95579" x="3917950" y="3802063"/>
          <p14:tracePt t="95588" x="3994150" y="3735388"/>
          <p14:tracePt t="95595" x="4059238" y="3675063"/>
          <p14:tracePt t="95603" x="4119563" y="3600450"/>
          <p14:tracePt t="95611" x="4194175" y="3535363"/>
          <p14:tracePt t="95620" x="4270375" y="3468688"/>
          <p14:tracePt t="95628" x="4360863" y="3382963"/>
          <p14:tracePt t="95631" x="4446588" y="3317875"/>
          <p14:tracePt t="95640" x="4522788" y="3243263"/>
          <p14:tracePt t="95647" x="4613275" y="3152775"/>
          <p14:tracePt t="95654" x="4687888" y="3076575"/>
          <p14:tracePt t="95664" x="4803775" y="2914650"/>
          <p14:tracePt t="95670" x="4859338" y="2840038"/>
          <p14:tracePt t="95679" x="4910138" y="2768600"/>
          <p14:tracePt t="95686" x="4949825" y="2708275"/>
          <p14:tracePt t="95695" x="4991100" y="2647950"/>
          <p14:tracePt t="95703" x="5021263" y="2598738"/>
          <p14:tracePt t="95706" x="5046663" y="2562225"/>
          <p14:tracePt t="95714" x="5070475" y="2527300"/>
          <p14:tracePt t="95721" x="5111750" y="2492375"/>
          <p14:tracePt t="95729" x="5156200" y="2452688"/>
          <p14:tracePt t="95745" x="5216525" y="2406650"/>
          <p14:tracePt t="95751" x="5253038" y="2366963"/>
          <p14:tracePt t="95759" x="5278438" y="2346325"/>
          <p14:tracePt t="95766" x="5297488" y="2320925"/>
          <p14:tracePt t="95774" x="5313363" y="2306638"/>
          <p14:tracePt t="95781" x="5322888" y="2295525"/>
          <p14:tracePt t="95789" x="5332413" y="2281238"/>
          <p14:tracePt t="95796" x="5332413" y="2276475"/>
          <p14:tracePt t="95805" x="5343525" y="2265363"/>
          <p14:tracePt t="95811" x="5348288" y="2260600"/>
          <p14:tracePt t="95821" x="5353050" y="2260600"/>
          <p14:tracePt t="95828" x="5353050" y="2255838"/>
          <p14:tracePt t="95837" x="5353050" y="2251075"/>
          <p14:tracePt t="95845" x="5368925" y="2239963"/>
          <p14:tracePt t="95853" x="5383213" y="2225675"/>
          <p14:tracePt t="95861" x="5383213" y="2220913"/>
          <p14:tracePt t="95866" x="5399088" y="2216150"/>
          <p14:tracePt t="95871" x="5399088" y="2205038"/>
          <p14:tracePt t="95880" x="5403850" y="2200275"/>
          <p14:tracePt t="95887" x="5403850" y="2195513"/>
          <p14:tracePt t="95902" x="5408613" y="2195513"/>
          <p14:tracePt t="95909" x="5408613" y="2190750"/>
          <p14:tracePt t="95924" x="5408613" y="2185988"/>
          <p14:tracePt t="96184" x="5357813" y="2195513"/>
          <p14:tracePt t="96189" x="5297488" y="2216150"/>
          <p14:tracePt t="96198" x="5216525" y="2235200"/>
          <p14:tracePt t="96204" x="5035550" y="2290763"/>
          <p14:tracePt t="96212" x="4940300" y="2311400"/>
          <p14:tracePt t="96220" x="4854575" y="2341563"/>
          <p14:tracePt t="96229" x="4768850" y="2362200"/>
          <p14:tracePt t="96237" x="4687888" y="2381250"/>
          <p14:tracePt t="96239" x="4613275" y="2416175"/>
          <p14:tracePt t="96247" x="4541838" y="2436813"/>
          <p14:tracePt t="96254" x="4486275" y="2452688"/>
          <p14:tracePt t="96262" x="4441825" y="2462213"/>
          <p14:tracePt t="96271" x="4395788" y="2471738"/>
          <p14:tracePt t="96279" x="4365625" y="2478088"/>
          <p14:tracePt t="96287" x="4351338" y="2492375"/>
          <p14:tracePt t="96295" x="4330700" y="2501900"/>
          <p14:tracePt t="96303" x="4310063" y="2501900"/>
          <p14:tracePt t="96306" x="4295775" y="2508250"/>
          <p14:tracePt t="96314" x="4279900" y="2508250"/>
          <p14:tracePt t="96322" x="4270375" y="2508250"/>
          <p14:tracePt t="96329" x="4256088" y="2517775"/>
          <p14:tracePt t="96337" x="4249738" y="2517775"/>
          <p14:tracePt t="96345" x="4244975" y="2517775"/>
          <p14:tracePt t="96353" x="4235450" y="2517775"/>
          <p14:tracePt t="96362" x="4225925" y="2517775"/>
          <p14:tracePt t="96370" x="4219575" y="2517775"/>
          <p14:tracePt t="96378" x="4214813" y="2517775"/>
          <p14:tracePt t="96381" x="4210050" y="2517775"/>
          <p14:tracePt t="96383" x="4205288" y="2517775"/>
          <p14:tracePt t="96388" x="4200525" y="2517775"/>
          <p14:tracePt t="96397" x="4194175" y="2522538"/>
          <p14:tracePt t="96404" x="4179888" y="2522538"/>
          <p14:tracePt t="96412" x="4175125" y="2522538"/>
          <p14:tracePt t="96420" x="4170363" y="2527300"/>
          <p14:tracePt t="96428" x="4164013" y="2527300"/>
          <p14:tracePt t="96444" x="4159250" y="2532063"/>
          <p14:tracePt t="96449" x="4149725" y="2532063"/>
          <p14:tracePt t="96608" x="4144963" y="2532063"/>
          <p14:tracePt t="96632" x="4144963" y="2527300"/>
          <p14:tracePt t="96638" x="4144963" y="2522538"/>
          <p14:tracePt t="96653" x="4144963" y="2508250"/>
          <p14:tracePt t="96660" x="4154488" y="2501900"/>
          <p14:tracePt t="96667" x="4154488" y="2497138"/>
          <p14:tracePt t="96675" x="4154488" y="2492375"/>
          <p14:tracePt t="96683" x="4159250" y="2471738"/>
          <p14:tracePt t="96691" x="4159250" y="2466975"/>
          <p14:tracePt t="96697" x="4159250" y="2452688"/>
          <p14:tracePt t="96705" x="4159250" y="2441575"/>
          <p14:tracePt t="96713" x="4159250" y="2416175"/>
          <p14:tracePt t="96723" x="4159250" y="2406650"/>
          <p14:tracePt t="96729" x="4159250" y="2392363"/>
          <p14:tracePt t="96738" x="4159250" y="2381250"/>
          <p14:tracePt t="96746" x="4159250" y="2366963"/>
          <p14:tracePt t="96754" x="4159250" y="2355850"/>
          <p14:tracePt t="96760" x="4159250" y="2351088"/>
          <p14:tracePt t="96767" x="4159250" y="2346325"/>
          <p14:tracePt t="96772" x="4154488" y="2341563"/>
          <p14:tracePt t="96780" x="4154488" y="2332038"/>
          <p14:tracePt t="96789" x="4144963" y="2332038"/>
          <p14:tracePt t="96797" x="4144963" y="2325688"/>
          <p14:tracePt t="96804" x="4140200" y="2320925"/>
          <p14:tracePt t="96812" x="4140200" y="2316163"/>
          <p14:tracePt t="96820" x="4133850" y="2311400"/>
          <p14:tracePt t="96828" x="4129088" y="2311400"/>
          <p14:tracePt t="96837" x="4129088" y="2306638"/>
          <p14:tracePt t="96839" x="4124325" y="2306638"/>
          <p14:tracePt t="96847" x="4119563" y="2301875"/>
          <p14:tracePt t="96855" x="4114800" y="2295525"/>
          <p14:tracePt t="96861" x="4098925" y="2286000"/>
          <p14:tracePt t="96870" x="4094163" y="2286000"/>
          <p14:tracePt t="96879" x="4079875" y="2281238"/>
          <p14:tracePt t="96886" x="4068763" y="2281238"/>
          <p14:tracePt t="96895" x="4048125" y="2276475"/>
          <p14:tracePt t="96903" x="4024313" y="2276475"/>
          <p14:tracePt t="96912" x="4013200" y="2265363"/>
          <p14:tracePt t="96914" x="3998913" y="2260600"/>
          <p14:tracePt t="96921" x="3978275" y="2260600"/>
          <p14:tracePt t="96930" x="3948113" y="2251075"/>
          <p14:tracePt t="96937" x="3938588" y="2246313"/>
          <p14:tracePt t="96946" x="3927475" y="2239963"/>
          <p14:tracePt t="96954" x="3917950" y="2239963"/>
          <p14:tracePt t="96962" x="3902075" y="2239963"/>
          <p14:tracePt t="96970" x="3897313" y="2235200"/>
          <p14:tracePt t="96979" x="3887788" y="2235200"/>
          <p14:tracePt t="96981" x="3883025" y="2235200"/>
          <p14:tracePt t="96990" x="3867150" y="2235200"/>
          <p14:tracePt t="96997" x="3862388" y="2235200"/>
          <p14:tracePt t="97005" x="3841750" y="2235200"/>
          <p14:tracePt t="97012" x="3836988" y="2239963"/>
          <p14:tracePt t="97020" x="3827463" y="2239963"/>
          <p14:tracePt t="97029" x="3811588" y="2246313"/>
          <p14:tracePt t="97036" x="3806825" y="2246313"/>
          <p14:tracePt t="97046" x="3802063" y="2246313"/>
          <p14:tracePt t="97054" x="3797300" y="2246313"/>
          <p14:tracePt t="97056" x="3787775" y="2255838"/>
          <p14:tracePt t="97066" x="3781425" y="2255838"/>
          <p14:tracePt t="97072" x="3776663" y="2255838"/>
          <p14:tracePt t="97081" x="3771900" y="2260600"/>
          <p14:tracePt t="97088" x="3767138" y="2260600"/>
          <p14:tracePt t="97102" x="3762375" y="2260600"/>
          <p14:tracePt t="97104" x="3762375" y="2265363"/>
          <p14:tracePt t="97109" x="3756025" y="2265363"/>
          <p14:tracePt t="97125" x="3746500" y="2270125"/>
          <p14:tracePt t="97131" x="3741738" y="2276475"/>
          <p14:tracePt t="97139" x="3736975" y="2276475"/>
          <p14:tracePt t="97147" x="3736975" y="2281238"/>
          <p14:tracePt t="97155" x="3732213" y="2281238"/>
          <p14:tracePt t="97163" x="3725863" y="2286000"/>
          <p14:tracePt t="97177" x="3721100" y="2295525"/>
          <p14:tracePt t="97184" x="3716338" y="2295525"/>
          <p14:tracePt t="97199" x="3716338" y="2301875"/>
          <p14:tracePt t="97206" x="3711575" y="2301875"/>
          <p14:tracePt t="97221" x="3711575" y="2306638"/>
          <p14:tracePt t="97229" x="3702050" y="2306638"/>
          <p14:tracePt t="97251" x="3702050" y="2311400"/>
          <p14:tracePt t="97259" x="3695700" y="2311400"/>
          <p14:tracePt t="97266" x="3695700" y="2316163"/>
          <p14:tracePt t="97274" x="3690938" y="2316163"/>
          <p14:tracePt t="97284" x="3690938" y="2320925"/>
          <p14:tracePt t="97290" x="3686175" y="2325688"/>
          <p14:tracePt t="97297" x="3681413" y="2336800"/>
          <p14:tracePt t="97312" x="3681413" y="2341563"/>
          <p14:tracePt t="97349" x="3676650" y="2341563"/>
          <p14:tracePt t="97379" x="3676650" y="2346325"/>
          <p14:tracePt t="97394" x="3676650" y="2351088"/>
          <p14:tracePt t="97401" x="3671888" y="2351088"/>
          <p14:tracePt t="97409" x="3671888" y="2355850"/>
          <p14:tracePt t="97417" x="3671888" y="2362200"/>
          <p14:tracePt t="97423" x="3671888" y="2366963"/>
          <p14:tracePt t="97431" x="3660775" y="2371725"/>
          <p14:tracePt t="97453" x="3660775" y="2381250"/>
          <p14:tracePt t="97470" x="3660775" y="2386013"/>
          <p14:tracePt t="97476" x="3656013" y="2386013"/>
          <p14:tracePt t="97492" x="3656013" y="2392363"/>
          <p14:tracePt t="97515" x="3651250" y="2397125"/>
          <p14:tracePt t="97521" x="3651250" y="2401888"/>
          <p14:tracePt t="97536" x="3646488" y="2416175"/>
          <p14:tracePt t="97543" x="3646488" y="2422525"/>
          <p14:tracePt t="97551" x="3641725" y="2427288"/>
          <p14:tracePt t="97558" x="3641725" y="2432050"/>
          <p14:tracePt t="97566" x="3635375" y="2436813"/>
          <p14:tracePt t="97574" x="3635375" y="2441575"/>
          <p14:tracePt t="97581" x="3635375" y="2452688"/>
          <p14:tracePt t="97604" x="3625850" y="2452688"/>
          <p14:tracePt t="97649" x="3625850" y="2457450"/>
          <p14:tracePt t="97664" x="3621088" y="2466975"/>
          <p14:tracePt t="97678" x="3621088" y="2471738"/>
          <p14:tracePt t="97686" x="3621088" y="2478088"/>
          <p14:tracePt t="97693" x="3621088" y="2482850"/>
          <p14:tracePt t="97703" x="3621088" y="2487613"/>
          <p14:tracePt t="97710" x="3621088" y="2497138"/>
          <p14:tracePt t="97724" x="3621088" y="2501900"/>
          <p14:tracePt t="97731" x="3621088" y="2508250"/>
          <p14:tracePt t="97739" x="3621088" y="2513013"/>
          <p14:tracePt t="97754" x="3621088" y="2517775"/>
          <p14:tracePt t="97768" x="3621088" y="2522538"/>
          <p14:tracePt t="97784" x="3621088" y="2527300"/>
          <p14:tracePt t="97791" x="3630613" y="2527300"/>
          <p14:tracePt t="97798" x="3630613" y="2538413"/>
          <p14:tracePt t="97813" x="3635375" y="2543175"/>
          <p14:tracePt t="97828" x="3641725" y="2547938"/>
          <p14:tracePt t="97837" x="3646488" y="2552700"/>
          <p14:tracePt t="97852" x="3646488" y="2557463"/>
          <p14:tracePt t="97858" x="3651250" y="2557463"/>
          <p14:tracePt t="97874" x="3656013" y="2562225"/>
          <p14:tracePt t="97896" x="3660775" y="2562225"/>
          <p14:tracePt t="97920" x="3660775" y="2568575"/>
          <p14:tracePt t="97926" x="3671888" y="2568575"/>
          <p14:tracePt t="97933" x="3676650" y="2578100"/>
          <p14:tracePt t="97957" x="3681413" y="2578100"/>
          <p14:tracePt t="97979" x="3681413" y="2582863"/>
          <p14:tracePt t="97987" x="3686175" y="2582863"/>
          <p14:tracePt t="98032" x="3690938" y="2582863"/>
          <p14:tracePt t="98047" x="3695700" y="2587625"/>
          <p14:tracePt t="98061" x="3711575" y="2592388"/>
          <p14:tracePt t="98071" x="3716338" y="2592388"/>
          <p14:tracePt t="98076" x="3725863" y="2592388"/>
          <p14:tracePt t="98084" x="3741738" y="2598738"/>
          <p14:tracePt t="98091" x="3756025" y="2608263"/>
          <p14:tracePt t="98100" x="3776663" y="2608263"/>
          <p14:tracePt t="98107" x="3797300" y="2608263"/>
          <p14:tracePt t="98116" x="3822700" y="2608263"/>
          <p14:tracePt t="98125" x="3852863" y="2608263"/>
          <p14:tracePt t="98131" x="3862388" y="2608263"/>
          <p14:tracePt t="98138" x="3892550" y="2603500"/>
          <p14:tracePt t="98146" x="3917950" y="2603500"/>
          <p14:tracePt t="98153" x="3927475" y="2603500"/>
          <p14:tracePt t="98162" x="3952875" y="2598738"/>
          <p14:tracePt t="98170" x="3963988" y="2598738"/>
          <p14:tracePt t="98178" x="3983038" y="2587625"/>
          <p14:tracePt t="98186" x="3998913" y="2587625"/>
          <p14:tracePt t="98197" x="4017963" y="2582863"/>
          <p14:tracePt t="98204" x="4024313" y="2578100"/>
          <p14:tracePt t="98212" x="4038600" y="2578100"/>
          <p14:tracePt t="98226" x="4043363" y="2578100"/>
          <p14:tracePt t="98241" x="4054475" y="2578100"/>
          <p14:tracePt t="98248" x="4054475" y="2573338"/>
          <p14:tracePt t="98271" x="4059238" y="2573338"/>
          <p14:tracePt t="98286" x="4064000" y="2568575"/>
          <p14:tracePt t="98293" x="4073525" y="2562225"/>
          <p14:tracePt t="98301" x="4079875" y="2552700"/>
          <p14:tracePt t="98308" x="4089400" y="2547938"/>
          <p14:tracePt t="98316" x="4098925" y="2543175"/>
          <p14:tracePt t="98324" x="4103688" y="2538413"/>
          <p14:tracePt t="98332" x="4110038" y="2532063"/>
          <p14:tracePt t="98338" x="4119563" y="2527300"/>
          <p14:tracePt t="98354" x="4124325" y="2517775"/>
          <p14:tracePt t="98369" x="4124325" y="2513013"/>
          <p14:tracePt t="98375" x="4129088" y="2513013"/>
          <p14:tracePt t="98384" x="4129088" y="2508250"/>
          <p14:tracePt t="98390" x="4133850" y="2508250"/>
          <p14:tracePt t="98399" x="4133850" y="2501900"/>
          <p14:tracePt t="98406" x="4133850" y="2497138"/>
          <p14:tracePt t="98414" x="4140200" y="2497138"/>
          <p14:tracePt t="98429" x="4140200" y="2492375"/>
          <p14:tracePt t="98436" x="4144963" y="2487613"/>
          <p14:tracePt t="98451" x="4144963" y="2478088"/>
          <p14:tracePt t="98466" x="4144963" y="2471738"/>
          <p14:tracePt t="98473" x="4149725" y="2466975"/>
          <p14:tracePt t="98481" x="4149725" y="2462213"/>
          <p14:tracePt t="98490" x="4149725" y="2457450"/>
          <p14:tracePt t="98504" x="4149725" y="2452688"/>
          <p14:tracePt t="98519" x="4149725" y="2446338"/>
          <p14:tracePt t="98525" x="4149725" y="2441575"/>
          <p14:tracePt t="98542" x="4149725" y="2432050"/>
          <p14:tracePt t="98549" x="4149725" y="2427288"/>
          <p14:tracePt t="98557" x="4149725" y="2422525"/>
          <p14:tracePt t="98565" x="4149725" y="2411413"/>
          <p14:tracePt t="98572" x="4144963" y="2406650"/>
          <p14:tracePt t="98579" x="4144963" y="2392363"/>
          <p14:tracePt t="98588" x="4140200" y="2386013"/>
          <p14:tracePt t="98595" x="4133850" y="2381250"/>
          <p14:tracePt t="98603" x="4129088" y="2376488"/>
          <p14:tracePt t="98612" x="4124325" y="2371725"/>
          <p14:tracePt t="98620" x="4124325" y="2355850"/>
          <p14:tracePt t="98630" x="4110038" y="2351088"/>
          <p14:tracePt t="98637" x="4103688" y="2346325"/>
          <p14:tracePt t="98639" x="4098925" y="2341563"/>
          <p14:tracePt t="98648" x="4084638" y="2325688"/>
          <p14:tracePt t="98654" x="4068763" y="2320925"/>
          <p14:tracePt t="98662" x="4054475" y="2311400"/>
          <p14:tracePt t="98671" x="4048125" y="2306638"/>
          <p14:tracePt t="98680" x="4038600" y="2301875"/>
          <p14:tracePt t="98686" x="4024313" y="2286000"/>
          <p14:tracePt t="98696" x="4008438" y="2286000"/>
          <p14:tracePt t="98704" x="3998913" y="2270125"/>
          <p14:tracePt t="98713" x="3983038" y="2265363"/>
          <p14:tracePt t="98718" x="3978275" y="2265363"/>
          <p14:tracePt t="98721" x="3963988" y="2260600"/>
          <p14:tracePt t="98729" x="3948113" y="2251075"/>
          <p14:tracePt t="98737" x="3943350" y="2251075"/>
          <p14:tracePt t="98745" x="3927475" y="2246313"/>
          <p14:tracePt t="98753" x="3922713" y="2239963"/>
          <p14:tracePt t="98761" x="3913188" y="2239963"/>
          <p14:tracePt t="98770" x="3908425" y="2235200"/>
          <p14:tracePt t="98778" x="3902075" y="2235200"/>
          <p14:tracePt t="98788" x="3897313" y="2235200"/>
          <p14:tracePt t="98790" x="3892550" y="2235200"/>
          <p14:tracePt t="98796" x="3887788" y="2235200"/>
          <p14:tracePt t="98812" x="3883025" y="2235200"/>
          <p14:tracePt t="98818" x="3871913" y="2235200"/>
          <p14:tracePt t="98833" x="3867150" y="2235200"/>
          <p14:tracePt t="98841" x="3862388" y="2235200"/>
          <p14:tracePt t="98856" x="3857625" y="2235200"/>
          <p14:tracePt t="98864" x="3852863" y="2235200"/>
          <p14:tracePt t="98871" x="3848100" y="2235200"/>
          <p14:tracePt t="98886" x="3841750" y="2235200"/>
          <p14:tracePt t="98893" x="3827463" y="2235200"/>
          <p14:tracePt t="98909" x="3822700" y="2235200"/>
          <p14:tracePt t="98916" x="3811588" y="2235200"/>
          <p14:tracePt t="98924" x="3797300" y="2235200"/>
          <p14:tracePt t="98931" x="3787775" y="2235200"/>
          <p14:tracePt t="98938" x="3771900" y="2235200"/>
          <p14:tracePt t="98947" x="3762375" y="2235200"/>
          <p14:tracePt t="98954" x="3746500" y="2246313"/>
          <p14:tracePt t="98962" x="3732213" y="2251075"/>
          <p14:tracePt t="98969" x="3716338" y="2255838"/>
          <p14:tracePt t="98978" x="3706813" y="2265363"/>
          <p14:tracePt t="98986" x="3702050" y="2265363"/>
          <p14:tracePt t="98995" x="3690938" y="2270125"/>
          <p14:tracePt t="98998" x="3686175" y="2270125"/>
          <p14:tracePt t="99007" x="3681413" y="2276475"/>
          <p14:tracePt t="99022" x="3676650" y="2276475"/>
          <p14:tracePt t="99029" x="3676650" y="2281238"/>
          <p14:tracePt t="99044" x="3671888" y="2281238"/>
          <p14:tracePt t="99058" x="3665538" y="2286000"/>
          <p14:tracePt t="99067" x="3660775" y="2286000"/>
          <p14:tracePt t="99074" x="3656013" y="2290763"/>
          <p14:tracePt t="99080" x="3656013" y="2295525"/>
          <p14:tracePt t="99089" x="3646488" y="2295525"/>
          <p14:tracePt t="99096" x="3646488" y="2306638"/>
          <p14:tracePt t="99111" x="3641725" y="2306638"/>
          <p14:tracePt t="99119" x="3641725" y="2311400"/>
          <p14:tracePt t="99141" x="3641725" y="2316163"/>
          <p14:tracePt t="99149" x="3641725" y="2325688"/>
          <p14:tracePt t="99156" x="3641725" y="2332038"/>
          <p14:tracePt t="99164" x="3651250" y="2346325"/>
          <p14:tracePt t="99172" x="3656013" y="2366963"/>
          <p14:tracePt t="99181" x="3671888" y="2381250"/>
          <p14:tracePt t="99191" x="3676650" y="2397125"/>
          <p14:tracePt t="99201" x="3690938" y="2411413"/>
          <p14:tracePt t="99208" x="3706813" y="2427288"/>
          <p14:tracePt t="99211" x="3721100" y="2446338"/>
          <p14:tracePt t="99217" x="3736975" y="2452688"/>
          <p14:tracePt t="99225" x="3746500" y="2462213"/>
          <p14:tracePt t="99232" x="3762375" y="2466975"/>
          <p14:tracePt t="99241" x="3767138" y="2471738"/>
          <p14:tracePt t="99247" x="3771900" y="2478088"/>
          <p14:tracePt t="99257" x="3781425" y="2478088"/>
          <p14:tracePt t="99266" x="3787775" y="2487613"/>
          <p14:tracePt t="99279" x="3787775" y="2492375"/>
          <p14:tracePt t="99306" x="3792538" y="2492375"/>
          <p14:tracePt t="99324" x="3797300" y="2492375"/>
          <p14:tracePt t="99345" x="3797300" y="2497138"/>
          <p14:tracePt t="99874" x="3802063" y="2501900"/>
          <p14:tracePt t="99884" x="3817938" y="2508250"/>
          <p14:tracePt t="99892" x="3822700" y="2513013"/>
          <p14:tracePt t="99900" x="3857625" y="2527300"/>
          <p14:tracePt t="99908" x="3878263" y="2538413"/>
          <p14:tracePt t="99917" x="3897313" y="2543175"/>
          <p14:tracePt t="99921" x="3922713" y="2547938"/>
          <p14:tracePt t="99929" x="3952875" y="2568575"/>
          <p14:tracePt t="99937" x="3978275" y="2568575"/>
          <p14:tracePt t="99946" x="3998913" y="2582863"/>
          <p14:tracePt t="99960" x="4033838" y="2598738"/>
          <p14:tracePt t="99966" x="4048125" y="2603500"/>
          <p14:tracePt t="99974" x="4064000" y="2608263"/>
          <p14:tracePt t="99981" x="4068763" y="2613025"/>
          <p14:tracePt t="99990" x="4073525" y="2624138"/>
          <p14:tracePt t="99997" x="4079875" y="2628900"/>
          <p14:tracePt t="100006" x="4084638" y="2628900"/>
          <p14:tracePt t="100012" x="4089400" y="2628900"/>
          <p14:tracePt t="100027" x="4089400" y="2633663"/>
          <p14:tracePt t="100034" x="4094163" y="2633663"/>
          <p14:tracePt t="100185" x="4094163" y="2638425"/>
          <p14:tracePt t="100209" x="4094163" y="2643188"/>
          <p14:tracePt t="100244" x="4094163" y="2647950"/>
          <p14:tracePt t="100251" x="4094163" y="2654300"/>
          <p14:tracePt t="100259" x="4103688" y="2659063"/>
          <p14:tracePt t="100267" x="4103688" y="2673350"/>
          <p14:tracePt t="100274" x="4110038" y="2693988"/>
          <p14:tracePt t="100282" x="4119563" y="2724150"/>
          <p14:tracePt t="100291" x="4124325" y="2759075"/>
          <p14:tracePt t="100297" x="4144963" y="2805113"/>
          <p14:tracePt t="100304" x="4149725" y="2844800"/>
          <p14:tracePt t="100313" x="4179888" y="2895600"/>
          <p14:tracePt t="100320" x="4189413" y="2951163"/>
          <p14:tracePt t="100329" x="4210050" y="2995613"/>
          <p14:tracePt t="100337" x="4235450" y="3041650"/>
          <p14:tracePt t="100341" x="4249738" y="3076575"/>
          <p14:tracePt t="100349" x="4270375" y="3106738"/>
          <p14:tracePt t="100356" x="4275138" y="3132138"/>
          <p14:tracePt t="100365" x="4291013" y="3146425"/>
          <p14:tracePt t="100371" x="4295775" y="3157538"/>
          <p14:tracePt t="100380" x="4295775" y="3167063"/>
          <p14:tracePt t="100387" x="4305300" y="3171825"/>
          <p14:tracePt t="100402" x="4305300" y="3176588"/>
          <p14:tracePt t="100553" x="4310063" y="3176588"/>
          <p14:tracePt t="100561" x="4321175" y="3176588"/>
          <p14:tracePt t="100569" x="4351338" y="3167063"/>
          <p14:tracePt t="100575" x="4395788" y="3167063"/>
          <p14:tracePt t="100580" x="4437063" y="3157538"/>
          <p14:tracePt t="100588" x="4506913" y="3146425"/>
          <p14:tracePt t="100599" x="4724400" y="3136900"/>
          <p14:tracePt t="100606" x="4854575" y="3136900"/>
          <p14:tracePt t="100612" x="5021263" y="3136900"/>
          <p14:tracePt t="100621" x="5186363" y="3136900"/>
          <p14:tracePt t="100630" x="5413375" y="3146425"/>
          <p14:tracePt t="100638" x="5645150" y="3176588"/>
          <p14:tracePt t="100646" x="5846763" y="3192463"/>
          <p14:tracePt t="100655" x="6073775" y="3201988"/>
          <p14:tracePt t="100664" x="6249988" y="3227388"/>
          <p14:tracePt t="100673" x="6586538" y="3278188"/>
          <p14:tracePt t="100683" x="6723063" y="3303588"/>
          <p14:tracePt t="100689" x="6878638" y="3348038"/>
          <p14:tracePt t="100696" x="7015163" y="3373438"/>
          <p14:tracePt t="100705" x="7151688" y="3408363"/>
          <p14:tracePt t="100714" x="7277100" y="3454400"/>
          <p14:tracePt t="100722" x="7388225" y="3494088"/>
          <p14:tracePt t="100730" x="7497763" y="3540125"/>
          <p14:tracePt t="100738" x="7594600" y="3584575"/>
          <p14:tracePt t="100749" x="7800975" y="3675063"/>
          <p14:tracePt t="100763" x="7866063" y="3716338"/>
          <p14:tracePt t="100771" x="7891463" y="3730625"/>
          <p14:tracePt t="100778" x="7912100" y="3746500"/>
          <p14:tracePt t="100784" x="7926388" y="3760788"/>
          <p14:tracePt t="100792" x="7951788" y="3786188"/>
          <p14:tracePt t="100799" x="7966075" y="3806825"/>
          <p14:tracePt t="100808" x="7981950" y="3841750"/>
          <p14:tracePt t="100814" x="7997825" y="3862388"/>
          <p14:tracePt t="100822" x="8012113" y="3897313"/>
          <p14:tracePt t="100830" x="8032750" y="3943350"/>
          <p14:tracePt t="100838" x="8047038" y="3973513"/>
          <p14:tracePt t="100845" x="8072438" y="4008438"/>
          <p14:tracePt t="100854" x="8093075" y="4052888"/>
          <p14:tracePt t="100861" x="8128000" y="4103688"/>
          <p14:tracePt t="100870" x="8167688" y="4149725"/>
          <p14:tracePt t="100878" x="8218488" y="4214813"/>
          <p14:tracePt t="100881" x="8294688" y="4275138"/>
          <p14:tracePt t="100888" x="8380413" y="4340225"/>
          <p14:tracePt t="100897" x="8485188" y="4430713"/>
          <p14:tracePt t="100904" x="8586788" y="4511675"/>
          <p14:tracePt t="100911" x="8696325" y="4592638"/>
          <p14:tracePt t="100920" x="8807450" y="4657725"/>
          <p14:tracePt t="100929" x="8909050" y="4722813"/>
          <p14:tracePt t="100936" x="9069388" y="4818063"/>
          <p14:tracePt t="100946" x="9140825" y="4848225"/>
          <p14:tracePt t="100948" x="9201150" y="4868863"/>
          <p14:tracePt t="100957" x="9256713" y="4889500"/>
          <p14:tracePt t="100964" x="9310688" y="4899025"/>
          <p14:tracePt t="100971" x="9356725" y="4899025"/>
          <p14:tracePt t="100979" x="9396413" y="4899025"/>
          <p14:tracePt t="100987" x="9437688" y="4899025"/>
          <p14:tracePt t="100995" x="9467850" y="4899025"/>
          <p14:tracePt t="101003" x="9498013" y="4894263"/>
          <p14:tracePt t="101012" x="9523413" y="4894263"/>
          <p14:tracePt t="101020" x="9532938" y="4894263"/>
          <p14:tracePt t="101029" x="9553575" y="4894263"/>
          <p14:tracePt t="101031" x="9567863" y="4894263"/>
          <p14:tracePt t="101039" x="9572625" y="4894263"/>
          <p14:tracePt t="101046" x="9588500" y="4894263"/>
          <p14:tracePt t="101055" x="9593263" y="4894263"/>
          <p14:tracePt t="101062" x="9598025" y="4894263"/>
          <p14:tracePt t="101071" x="9602788" y="4894263"/>
          <p14:tracePt t="101078" x="9609138" y="4894263"/>
          <p14:tracePt t="101086" x="9613900" y="4894263"/>
          <p14:tracePt t="101094" x="9618663" y="4894263"/>
          <p14:tracePt t="101103" x="9623425" y="4894263"/>
          <p14:tracePt t="101111" x="9634538" y="4894263"/>
          <p14:tracePt t="101113" x="9639300" y="4894263"/>
          <p14:tracePt t="101129" x="9644063" y="4894263"/>
          <p14:tracePt t="101158" x="9644063" y="4889500"/>
          <p14:tracePt t="101166" x="9644063" y="4878388"/>
          <p14:tracePt t="101173" x="9628188" y="4868863"/>
          <p14:tracePt t="101182" x="9618663" y="4848225"/>
          <p14:tracePt t="101189" x="9598025" y="4833938"/>
          <p14:tracePt t="101200" x="9572625" y="4818063"/>
          <p14:tracePt t="101205" x="9542463" y="4794250"/>
          <p14:tracePt t="101212" x="9498013" y="4778375"/>
          <p14:tracePt t="101220" x="9447213" y="4748213"/>
          <p14:tracePt t="101228" x="9402763" y="4718050"/>
          <p14:tracePt t="101572" x="9493250" y="4718050"/>
          <p14:tracePt t="101579" x="9598025" y="4718050"/>
          <p14:tracePt t="101586" x="9678988" y="4718050"/>
          <p14:tracePt t="101594" x="9759950" y="4718050"/>
          <p14:tracePt t="101601" x="9815513" y="4708525"/>
          <p14:tracePt t="101608" x="9859963" y="4702175"/>
          <p14:tracePt t="101616" x="9890125" y="4702175"/>
          <p14:tracePt t="101623" x="9910763" y="4692650"/>
          <p14:tracePt t="101632" x="9940925" y="4687888"/>
          <p14:tracePt t="101638" x="9945688" y="4687888"/>
          <p14:tracePt t="101647" x="9950450" y="4683125"/>
          <p14:tracePt t="101653" x="9956800" y="4683125"/>
          <p14:tracePt t="101684" x="9961563" y="4683125"/>
          <p14:tracePt t="101699" x="9966325" y="4678363"/>
          <p14:tracePt t="101706" x="9975850" y="4678363"/>
          <p14:tracePt t="101714" x="9980613" y="4678363"/>
          <p14:tracePt t="101721" x="9991725" y="4667250"/>
          <p14:tracePt t="101729" x="10006013" y="4667250"/>
          <p14:tracePt t="101736" x="10036175" y="4662488"/>
          <p14:tracePt t="101743" x="10077450" y="4662488"/>
          <p14:tracePt t="101751" x="10121900" y="4652963"/>
          <p14:tracePt t="101758" x="10202863" y="4641850"/>
          <p14:tracePt t="101766" x="10272713" y="4641850"/>
          <p14:tracePt t="101773" x="10353675" y="4632325"/>
          <p14:tracePt t="101781" x="10434638" y="4632325"/>
          <p14:tracePt t="101789" x="10504488" y="4622800"/>
          <p14:tracePt t="101796" x="10560050" y="4622800"/>
          <p14:tracePt t="101804" x="10610850" y="4622800"/>
          <p14:tracePt t="101811" x="10655300" y="4618038"/>
          <p14:tracePt t="101819" x="10671175" y="4618038"/>
          <p14:tracePt t="101828" x="10680700" y="4618038"/>
          <p14:tracePt t="101836" x="10685463" y="4618038"/>
          <p14:tracePt t="101863" x="10691813" y="4618038"/>
        </p14:tracePtLst>
      </p14:laserTraceLst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8AE3-56FE-67AA-16EF-C2948F4BA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051F8B8-7341-87FB-9D93-9444AA43FC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分类间隔与支持向量（</a:t>
            </a:r>
            <a:r>
              <a:rPr lang="en-US" altLang="zh-CN" dirty="0"/>
              <a:t>Support Vector</a:t>
            </a:r>
            <a:r>
              <a:rPr lang="zh-CN" altLang="en-US" dirty="0"/>
              <a:t>）</a:t>
            </a:r>
            <a:endParaRPr lang="en-US" altLang="en-US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E078F7F-1E85-B17C-C975-C518E6A2B870}"/>
              </a:ext>
            </a:extLst>
          </p:cNvPr>
          <p:cNvGrpSpPr/>
          <p:nvPr/>
        </p:nvGrpSpPr>
        <p:grpSpPr>
          <a:xfrm>
            <a:off x="776289" y="2164430"/>
            <a:ext cx="4081462" cy="3305175"/>
            <a:chOff x="4052888" y="3076575"/>
            <a:chExt cx="4081462" cy="3305175"/>
          </a:xfrm>
        </p:grpSpPr>
        <p:sp>
          <p:nvSpPr>
            <p:cNvPr id="207876" name="Line 4">
              <a:extLst>
                <a:ext uri="{FF2B5EF4-FFF2-40B4-BE49-F238E27FC236}">
                  <a16:creationId xmlns:a16="http://schemas.microsoft.com/office/drawing/2014/main" id="{4138E682-F550-6BCC-E041-5E31C7012A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87825" y="334010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877" name="Line 5">
              <a:extLst>
                <a:ext uri="{FF2B5EF4-FFF2-40B4-BE49-F238E27FC236}">
                  <a16:creationId xmlns:a16="http://schemas.microsoft.com/office/drawing/2014/main" id="{02F46437-4B64-300C-AF90-0E85857A29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52888" y="626586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878" name="AutoShape 6">
              <a:extLst>
                <a:ext uri="{FF2B5EF4-FFF2-40B4-BE49-F238E27FC236}">
                  <a16:creationId xmlns:a16="http://schemas.microsoft.com/office/drawing/2014/main" id="{B51D98C7-3700-FE86-99D0-5BBBFB2BF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7638" y="4095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9" name="AutoShape 7">
              <a:extLst>
                <a:ext uri="{FF2B5EF4-FFF2-40B4-BE49-F238E27FC236}">
                  <a16:creationId xmlns:a16="http://schemas.microsoft.com/office/drawing/2014/main" id="{A48A6C1A-F38B-5E1B-8E0C-761F45694D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529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0" name="AutoShape 8">
              <a:extLst>
                <a:ext uri="{FF2B5EF4-FFF2-40B4-BE49-F238E27FC236}">
                  <a16:creationId xmlns:a16="http://schemas.microsoft.com/office/drawing/2014/main" id="{8B19E53A-4F0E-B77B-DA47-CE4C1A971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5363" y="49990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1" name="AutoShape 9">
              <a:extLst>
                <a:ext uri="{FF2B5EF4-FFF2-40B4-BE49-F238E27FC236}">
                  <a16:creationId xmlns:a16="http://schemas.microsoft.com/office/drawing/2014/main" id="{B7C38234-87CC-6E94-B34C-65B4D5AC40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43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2" name="AutoShape 10">
              <a:extLst>
                <a:ext uri="{FF2B5EF4-FFF2-40B4-BE49-F238E27FC236}">
                  <a16:creationId xmlns:a16="http://schemas.microsoft.com/office/drawing/2014/main" id="{C7993828-5583-95B6-4645-91C60AA19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57763" y="38560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3" name="AutoShape 11">
              <a:extLst>
                <a:ext uri="{FF2B5EF4-FFF2-40B4-BE49-F238E27FC236}">
                  <a16:creationId xmlns:a16="http://schemas.microsoft.com/office/drawing/2014/main" id="{2C4C2C0E-9AD1-8776-9843-30CE58309C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4363" y="47704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4" name="AutoShape 12">
              <a:extLst>
                <a:ext uri="{FF2B5EF4-FFF2-40B4-BE49-F238E27FC236}">
                  <a16:creationId xmlns:a16="http://schemas.microsoft.com/office/drawing/2014/main" id="{FD84BE8E-6B55-C6D1-CB06-EE8E95219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6763" y="4922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5" name="AutoShape 13">
              <a:extLst>
                <a:ext uri="{FF2B5EF4-FFF2-40B4-BE49-F238E27FC236}">
                  <a16:creationId xmlns:a16="http://schemas.microsoft.com/office/drawing/2014/main" id="{CFA3CD07-F1A5-98DA-DCF8-737DB5E617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38763" y="4541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6" name="AutoShape 14">
              <a:extLst>
                <a:ext uri="{FF2B5EF4-FFF2-40B4-BE49-F238E27FC236}">
                  <a16:creationId xmlns:a16="http://schemas.microsoft.com/office/drawing/2014/main" id="{5E482E8B-D6A7-15D2-DDA4-D8C14DC5A8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0463" y="45291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7" name="AutoShape 15">
              <a:extLst>
                <a:ext uri="{FF2B5EF4-FFF2-40B4-BE49-F238E27FC236}">
                  <a16:creationId xmlns:a16="http://schemas.microsoft.com/office/drawing/2014/main" id="{1C5A01B8-ECE2-F9EF-6AF3-100E96B15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721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8" name="AutoShape 16">
              <a:extLst>
                <a:ext uri="{FF2B5EF4-FFF2-40B4-BE49-F238E27FC236}">
                  <a16:creationId xmlns:a16="http://schemas.microsoft.com/office/drawing/2014/main" id="{80E36557-CFD4-0D0E-7914-58965DB347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627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9" name="AutoShape 17">
              <a:extLst>
                <a:ext uri="{FF2B5EF4-FFF2-40B4-BE49-F238E27FC236}">
                  <a16:creationId xmlns:a16="http://schemas.microsoft.com/office/drawing/2014/main" id="{39669322-CCF8-8B5D-4C48-E54739AF0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59769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0" name="AutoShape 18">
              <a:extLst>
                <a:ext uri="{FF2B5EF4-FFF2-40B4-BE49-F238E27FC236}">
                  <a16:creationId xmlns:a16="http://schemas.microsoft.com/office/drawing/2014/main" id="{455A2F87-5BBF-8C50-16B7-0BCE79E31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6963" y="48466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1" name="AutoShape 19">
              <a:extLst>
                <a:ext uri="{FF2B5EF4-FFF2-40B4-BE49-F238E27FC236}">
                  <a16:creationId xmlns:a16="http://schemas.microsoft.com/office/drawing/2014/main" id="{1C51C107-1B90-608C-7BF1-39D2C22933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08638" y="53403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2" name="AutoShape 20">
              <a:extLst>
                <a:ext uri="{FF2B5EF4-FFF2-40B4-BE49-F238E27FC236}">
                  <a16:creationId xmlns:a16="http://schemas.microsoft.com/office/drawing/2014/main" id="{2471F4C5-87EF-F960-5848-62F414C0C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3163" y="5684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3" name="AutoShape 21">
              <a:extLst>
                <a:ext uri="{FF2B5EF4-FFF2-40B4-BE49-F238E27FC236}">
                  <a16:creationId xmlns:a16="http://schemas.microsoft.com/office/drawing/2014/main" id="{C203396A-3D22-0297-39CE-FEE200AFCE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38963" y="47704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5" name="AutoShape 23">
              <a:extLst>
                <a:ext uri="{FF2B5EF4-FFF2-40B4-BE49-F238E27FC236}">
                  <a16:creationId xmlns:a16="http://schemas.microsoft.com/office/drawing/2014/main" id="{A93864DB-EE11-5750-0820-FC93E8BC12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4488" y="32575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6" name="AutoShape 24">
              <a:extLst>
                <a:ext uri="{FF2B5EF4-FFF2-40B4-BE49-F238E27FC236}">
                  <a16:creationId xmlns:a16="http://schemas.microsoft.com/office/drawing/2014/main" id="{4385B2A0-1547-F3CA-59B5-FD2FD5E9D4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34088" y="3333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7" name="AutoShape 25">
              <a:extLst>
                <a:ext uri="{FF2B5EF4-FFF2-40B4-BE49-F238E27FC236}">
                  <a16:creationId xmlns:a16="http://schemas.microsoft.com/office/drawing/2014/main" id="{DDC50ACB-99DF-7C8A-39ED-8DA51AC579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00888" y="4095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8" name="Line 26">
              <a:extLst>
                <a:ext uri="{FF2B5EF4-FFF2-40B4-BE49-F238E27FC236}">
                  <a16:creationId xmlns:a16="http://schemas.microsoft.com/office/drawing/2014/main" id="{6EE14252-C379-4660-A3B0-F0BC2F91C9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52964" y="325755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5" name="Line 33">
              <a:extLst>
                <a:ext uri="{FF2B5EF4-FFF2-40B4-BE49-F238E27FC236}">
                  <a16:creationId xmlns:a16="http://schemas.microsoft.com/office/drawing/2014/main" id="{8A90D785-FF12-DF35-BBB5-8CA2E5CAD6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340100"/>
              <a:ext cx="762000" cy="61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6" name="Line 34">
              <a:extLst>
                <a:ext uri="{FF2B5EF4-FFF2-40B4-BE49-F238E27FC236}">
                  <a16:creationId xmlns:a16="http://schemas.microsoft.com/office/drawing/2014/main" id="{0CA9F53D-0272-9B8D-FAE5-6EB8B20744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988050" y="4362450"/>
              <a:ext cx="25400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9" name="Text Box 37">
              <a:extLst>
                <a:ext uri="{FF2B5EF4-FFF2-40B4-BE49-F238E27FC236}">
                  <a16:creationId xmlns:a16="http://schemas.microsoft.com/office/drawing/2014/main" id="{216F5A41-1AE8-2228-4254-41EEAC9F7D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10225" y="3476625"/>
              <a:ext cx="4953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i="1"/>
                <a:t>r</a:t>
              </a:r>
            </a:p>
          </p:txBody>
        </p:sp>
        <p:sp>
          <p:nvSpPr>
            <p:cNvPr id="207910" name="Oval 38">
              <a:extLst>
                <a:ext uri="{FF2B5EF4-FFF2-40B4-BE49-F238E27FC236}">
                  <a16:creationId xmlns:a16="http://schemas.microsoft.com/office/drawing/2014/main" id="{53D920E7-7AF7-4D50-AE29-5425A0BEE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4150" y="4476751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1" name="Oval 39">
              <a:extLst>
                <a:ext uri="{FF2B5EF4-FFF2-40B4-BE49-F238E27FC236}">
                  <a16:creationId xmlns:a16="http://schemas.microsoft.com/office/drawing/2014/main" id="{78442FFA-EDAD-FF3C-54C9-DBDEADD5D7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37200" y="5272089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2" name="Oval 40">
              <a:extLst>
                <a:ext uri="{FF2B5EF4-FFF2-40B4-BE49-F238E27FC236}">
                  <a16:creationId xmlns:a16="http://schemas.microsoft.com/office/drawing/2014/main" id="{24E7532D-C821-6802-F1D2-B7C2DF1495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0613" y="4459289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3" name="Line 41">
              <a:extLst>
                <a:ext uri="{FF2B5EF4-FFF2-40B4-BE49-F238E27FC236}">
                  <a16:creationId xmlns:a16="http://schemas.microsoft.com/office/drawing/2014/main" id="{6CE4BF3E-E289-BDA7-3F72-25E8258D0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364164" y="5176839"/>
              <a:ext cx="244475" cy="174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4" name="Line 42">
              <a:extLst>
                <a:ext uri="{FF2B5EF4-FFF2-40B4-BE49-F238E27FC236}">
                  <a16:creationId xmlns:a16="http://schemas.microsoft.com/office/drawing/2014/main" id="{B15605D2-6FD8-0FFF-DAB8-B67B199C90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416550" y="4614864"/>
              <a:ext cx="234950" cy="1793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5" name="Line 43">
              <a:extLst>
                <a:ext uri="{FF2B5EF4-FFF2-40B4-BE49-F238E27FC236}">
                  <a16:creationId xmlns:a16="http://schemas.microsoft.com/office/drawing/2014/main" id="{C52BC8BB-CBE3-5F2C-C37F-E24EB71282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091114" y="3438525"/>
              <a:ext cx="2009775" cy="26939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6" name="Line 44">
              <a:extLst>
                <a:ext uri="{FF2B5EF4-FFF2-40B4-BE49-F238E27FC236}">
                  <a16:creationId xmlns:a16="http://schemas.microsoft.com/office/drawing/2014/main" id="{38DC651B-1CF6-91C3-9453-A4EC017998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3414" y="3076575"/>
              <a:ext cx="2066925" cy="27701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7" name="Line 45">
              <a:extLst>
                <a:ext uri="{FF2B5EF4-FFF2-40B4-BE49-F238E27FC236}">
                  <a16:creationId xmlns:a16="http://schemas.microsoft.com/office/drawing/2014/main" id="{5506EFF4-42A9-1B93-FEB3-10ADF0E2F0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57950" y="3143250"/>
              <a:ext cx="552450" cy="419100"/>
            </a:xfrm>
            <a:prstGeom prst="line">
              <a:avLst/>
            </a:prstGeom>
            <a:noFill/>
            <a:ln w="9525">
              <a:solidFill>
                <a:srgbClr val="339966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8" name="Text Box 46">
              <a:extLst>
                <a:ext uri="{FF2B5EF4-FFF2-40B4-BE49-F238E27FC236}">
                  <a16:creationId xmlns:a16="http://schemas.microsoft.com/office/drawing/2014/main" id="{D9A00C97-279D-BF91-A65E-6C6D19BBC1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9363" y="3119438"/>
              <a:ext cx="11430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i="1" dirty="0"/>
                <a:t>ρ</a:t>
              </a:r>
              <a:endParaRPr lang="en-US" altLang="en-US" i="1" dirty="0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D118-914F-702E-D590-7BD3E7665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6D5AD13-DCA6-A397-8F5F-68BFFF61B87B}"/>
              </a:ext>
            </a:extLst>
          </p:cNvPr>
          <p:cNvSpPr txBox="1"/>
          <p:nvPr/>
        </p:nvSpPr>
        <p:spPr>
          <a:xfrm>
            <a:off x="381242" y="1050462"/>
            <a:ext cx="57518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chemeClr val="tx1"/>
                </a:solidFill>
              </a:rPr>
              <a:t>想法：所有样本点尽量远离分类超平面</a:t>
            </a:r>
            <a:r>
              <a:rPr lang="zh-CN" altLang="en-US" sz="2400" dirty="0">
                <a:solidFill>
                  <a:schemeClr val="tx1"/>
                </a:solidFill>
              </a:rPr>
              <a:t>。</a:t>
            </a:r>
            <a:endParaRPr lang="en-CN" altLang="zh-CN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21E60940-4977-08F8-687F-CFAEF096FDA3}"/>
                  </a:ext>
                </a:extLst>
              </p:cNvPr>
              <p:cNvSpPr txBox="1"/>
              <p:nvPr/>
            </p:nvSpPr>
            <p:spPr>
              <a:xfrm>
                <a:off x="4616986" y="1945124"/>
                <a:ext cx="7323654" cy="3226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样本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 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到超平面的距离为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den>
                    </m:f>
                  </m:oMath>
                </a14:m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分类超平面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zh-CN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 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是齐次的，可以要求所有的样本满足</a:t>
                </a:r>
                <a:br>
                  <a:rPr lang="en-US" altLang="zh-CN" dirty="0">
                    <a:solidFill>
                      <a:schemeClr val="tx2"/>
                    </a:solidFill>
                  </a:rPr>
                </a:b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zh-CN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p>
                              <m:sSupPr>
                                <m:ctrlP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≥+1,   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=+1;</m:t>
                            </m:r>
                          </m:e>
                          <m:e>
                            <m:sSup>
                              <m:sSupPr>
                                <m:ctrlP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≤−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1,   </m:t>
                            </m:r>
                            <m:sSub>
                              <m:sSubPr>
                                <m:ctrlP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eqArr>
                      </m:e>
                    </m:d>
                  </m:oMath>
                </a14:m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此时使得等号成立的样本被称为“支持向量”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两个异类支持向量到超平面的距离之和称为“间隔”，等于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den>
                    </m:f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最终得到优化问题：</a:t>
                </a:r>
                <a:endParaRPr lang="en-CN" altLang="zh-CN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21E60940-4977-08F8-687F-CFAEF096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986" y="1945124"/>
                <a:ext cx="7323654" cy="3226140"/>
              </a:xfrm>
              <a:prstGeom prst="rect">
                <a:avLst/>
              </a:prstGeom>
              <a:blipFill>
                <a:blip r:embed="rId3"/>
                <a:stretch>
                  <a:fillRect l="-499" r="-666" b="-13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3FEB5FB-D272-DF9E-263F-D3A4E1177A5E}"/>
                  </a:ext>
                </a:extLst>
              </p:cNvPr>
              <p:cNvSpPr txBox="1"/>
              <p:nvPr/>
            </p:nvSpPr>
            <p:spPr>
              <a:xfrm>
                <a:off x="5963707" y="4626539"/>
                <a:ext cx="6096000" cy="926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   </m:t>
                          </m:r>
                          <m:f>
                            <m:fPr>
                              <m:ctrl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CN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den>
                          </m:f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≥1,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=1,2,…,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3FEB5FB-D272-DF9E-263F-D3A4E117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3707" y="4626539"/>
                <a:ext cx="6096000" cy="926920"/>
              </a:xfrm>
              <a:prstGeom prst="rect">
                <a:avLst/>
              </a:prstGeom>
              <a:blipFill>
                <a:blip r:embed="rId4"/>
                <a:stretch>
                  <a:fillRect b="-19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B1F942D9-86A1-D9F9-EF18-FBF59C23074C}"/>
                  </a:ext>
                </a:extLst>
              </p:cNvPr>
              <p:cNvSpPr txBox="1"/>
              <p:nvPr/>
            </p:nvSpPr>
            <p:spPr>
              <a:xfrm>
                <a:off x="8610072" y="1264137"/>
                <a:ext cx="3514195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zh-CN" altLang="en-US" sz="1400" dirty="0">
                    <a:solidFill>
                      <a:schemeClr val="tx1"/>
                    </a:solidFill>
                  </a:rPr>
                  <a:t>点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400" dirty="0">
                    <a:solidFill>
                      <a:schemeClr val="tx1"/>
                    </a:solidFill>
                  </a:rPr>
                  <a:t> 到直线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𝐵𝑦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1400" dirty="0">
                    <a:solidFill>
                      <a:schemeClr val="tx1"/>
                    </a:solidFill>
                  </a:rPr>
                  <a:t> 的距离 </a:t>
                </a:r>
                <a:br>
                  <a:rPr lang="en-US" altLang="zh-CN" sz="1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zh-CN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B1F942D9-86A1-D9F9-EF18-FBF59C2307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072" y="1264137"/>
                <a:ext cx="3514195" cy="764568"/>
              </a:xfrm>
              <a:prstGeom prst="rect">
                <a:avLst/>
              </a:prstGeom>
              <a:blipFill>
                <a:blip r:embed="rId5"/>
                <a:stretch>
                  <a:fillRect l="-520" t="-2381" b="-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7386D3C-7340-B308-FA01-E3AE788DF77D}"/>
              </a:ext>
            </a:extLst>
          </p:cNvPr>
          <p:cNvCxnSpPr>
            <a:endCxn id="3" idx="2"/>
          </p:cNvCxnSpPr>
          <p:nvPr/>
        </p:nvCxnSpPr>
        <p:spPr>
          <a:xfrm flipV="1">
            <a:off x="9011707" y="2028705"/>
            <a:ext cx="1355463" cy="392900"/>
          </a:xfrm>
          <a:prstGeom prst="curvedConnector2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355803"/>
      </p:ext>
    </p:extLst>
  </p:cSld>
  <p:clrMapOvr>
    <a:masterClrMapping/>
  </p:clrMapOvr>
  <p:transition advTm="349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uiExpand="1" build="p"/>
      <p:bldP spid="9" grpId="0"/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1C599-100E-2FB1-BC37-CE9E50DC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32" name="文本框 207931">
            <a:extLst>
              <a:ext uri="{FF2B5EF4-FFF2-40B4-BE49-F238E27FC236}">
                <a16:creationId xmlns:a16="http://schemas.microsoft.com/office/drawing/2014/main" id="{F8E4DACB-3258-F410-A93F-13B80A8EF8BA}"/>
              </a:ext>
            </a:extLst>
          </p:cNvPr>
          <p:cNvSpPr txBox="1"/>
          <p:nvPr/>
        </p:nvSpPr>
        <p:spPr>
          <a:xfrm>
            <a:off x="5372894" y="1957098"/>
            <a:ext cx="6096000" cy="1713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tx2"/>
                </a:solidFill>
              </a:rPr>
              <a:t>引入</a:t>
            </a:r>
            <a:r>
              <a:rPr lang="zh-CN" altLang="en-US" dirty="0"/>
              <a:t>松弛变量</a:t>
            </a:r>
            <a:r>
              <a:rPr lang="zh-CN" altLang="en-US" dirty="0">
                <a:solidFill>
                  <a:schemeClr val="tx2"/>
                </a:solidFill>
              </a:rPr>
              <a:t>后的优化问题为</a:t>
            </a: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</p:txBody>
      </p:sp>
      <p:sp>
        <p:nvSpPr>
          <p:cNvPr id="207874" name="Rectangle 2">
            <a:extLst>
              <a:ext uri="{FF2B5EF4-FFF2-40B4-BE49-F238E27FC236}">
                <a16:creationId xmlns:a16="http://schemas.microsoft.com/office/drawing/2014/main" id="{6EB5D20F-422D-E325-9BB7-9169B1AEB1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硬间隔与软间隔</a:t>
            </a:r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4D1FA-9366-BF88-252D-75B65330F6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3EC13C6-B7E7-C1ED-9C91-064460C045B4}"/>
                  </a:ext>
                </a:extLst>
              </p:cNvPr>
              <p:cNvSpPr txBox="1"/>
              <p:nvPr/>
            </p:nvSpPr>
            <p:spPr>
              <a:xfrm>
                <a:off x="381242" y="1050462"/>
                <a:ext cx="594117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硬间隔：样本点满足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altLang="zh-CN" sz="2400" b="1" dirty="0">
                  <a:solidFill>
                    <a:schemeClr val="tx1"/>
                  </a:solidFill>
                </a:endParaRPr>
              </a:p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软间隔：样本点满足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≥1−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3EC13C6-B7E7-C1ED-9C91-064460C0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50462"/>
                <a:ext cx="5941178" cy="830997"/>
              </a:xfrm>
              <a:prstGeom prst="rect">
                <a:avLst/>
              </a:prstGeom>
              <a:blipFill>
                <a:blip r:embed="rId3"/>
                <a:stretch>
                  <a:fillRect l="-1643" t="-8759" b="-116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1">
            <a:extLst>
              <a:ext uri="{FF2B5EF4-FFF2-40B4-BE49-F238E27FC236}">
                <a16:creationId xmlns:a16="http://schemas.microsoft.com/office/drawing/2014/main" id="{09D370CE-38B5-2ADD-C72E-26BDAF6FF0E2}"/>
              </a:ext>
            </a:extLst>
          </p:cNvPr>
          <p:cNvGrpSpPr/>
          <p:nvPr/>
        </p:nvGrpSpPr>
        <p:grpSpPr>
          <a:xfrm>
            <a:off x="772319" y="2163488"/>
            <a:ext cx="4081462" cy="3305175"/>
            <a:chOff x="2395538" y="2524125"/>
            <a:chExt cx="4081462" cy="3305175"/>
          </a:xfrm>
        </p:grpSpPr>
        <p:sp>
          <p:nvSpPr>
            <p:cNvPr id="48" name="Line 4">
              <a:extLst>
                <a:ext uri="{FF2B5EF4-FFF2-40B4-BE49-F238E27FC236}">
                  <a16:creationId xmlns:a16="http://schemas.microsoft.com/office/drawing/2014/main" id="{7DA12B7B-451F-6B61-51A3-A20C2040C0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30475" y="278765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5">
              <a:extLst>
                <a:ext uri="{FF2B5EF4-FFF2-40B4-BE49-F238E27FC236}">
                  <a16:creationId xmlns:a16="http://schemas.microsoft.com/office/drawing/2014/main" id="{6B376F26-E1F2-5AEE-7423-1ECF865D06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95538" y="571341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AutoShape 6">
              <a:extLst>
                <a:ext uri="{FF2B5EF4-FFF2-40B4-BE49-F238E27FC236}">
                  <a16:creationId xmlns:a16="http://schemas.microsoft.com/office/drawing/2014/main" id="{5E1F8B00-F508-A286-14BE-F4CF761C0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70288" y="3543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AutoShape 7">
              <a:extLst>
                <a:ext uri="{FF2B5EF4-FFF2-40B4-BE49-F238E27FC236}">
                  <a16:creationId xmlns:a16="http://schemas.microsoft.com/office/drawing/2014/main" id="{173AAD62-4BDD-9374-3FFC-ADE64A5108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5613" y="3900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AutoShape 8">
              <a:extLst>
                <a:ext uri="{FF2B5EF4-FFF2-40B4-BE49-F238E27FC236}">
                  <a16:creationId xmlns:a16="http://schemas.microsoft.com/office/drawing/2014/main" id="{1CAFA2FC-C79E-479D-2DEF-131258C6B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8013" y="4446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AutoShape 9">
              <a:extLst>
                <a:ext uri="{FF2B5EF4-FFF2-40B4-BE49-F238E27FC236}">
                  <a16:creationId xmlns:a16="http://schemas.microsoft.com/office/drawing/2014/main" id="{89D077CB-8F2E-90DD-572A-A75B21E7DF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70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AutoShape 10">
              <a:extLst>
                <a:ext uri="{FF2B5EF4-FFF2-40B4-BE49-F238E27FC236}">
                  <a16:creationId xmlns:a16="http://schemas.microsoft.com/office/drawing/2014/main" id="{10B59E9B-6389-FACB-8055-10078A273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0413" y="3303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AutoShape 11">
              <a:extLst>
                <a:ext uri="{FF2B5EF4-FFF2-40B4-BE49-F238E27FC236}">
                  <a16:creationId xmlns:a16="http://schemas.microsoft.com/office/drawing/2014/main" id="{D27B16B3-3792-0D78-8821-1E0EBDDB2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7013" y="42179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AutoShape 12">
              <a:extLst>
                <a:ext uri="{FF2B5EF4-FFF2-40B4-BE49-F238E27FC236}">
                  <a16:creationId xmlns:a16="http://schemas.microsoft.com/office/drawing/2014/main" id="{129FE5F0-1373-7809-7A2D-0469AC8DA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9413" y="4370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AutoShape 13">
              <a:extLst>
                <a:ext uri="{FF2B5EF4-FFF2-40B4-BE49-F238E27FC236}">
                  <a16:creationId xmlns:a16="http://schemas.microsoft.com/office/drawing/2014/main" id="{C8E3DE53-4D2D-1E32-03C2-08251CDD44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1413" y="3989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AutoShape 14">
              <a:extLst>
                <a:ext uri="{FF2B5EF4-FFF2-40B4-BE49-F238E27FC236}">
                  <a16:creationId xmlns:a16="http://schemas.microsoft.com/office/drawing/2014/main" id="{24514B37-1A45-40E9-ABA0-B7352CCA73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3113" y="3976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" name="AutoShape 15">
              <a:extLst>
                <a:ext uri="{FF2B5EF4-FFF2-40B4-BE49-F238E27FC236}">
                  <a16:creationId xmlns:a16="http://schemas.microsoft.com/office/drawing/2014/main" id="{4480A3A1-0648-F155-D3A6-C3E976763C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8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AutoShape 16">
              <a:extLst>
                <a:ext uri="{FF2B5EF4-FFF2-40B4-BE49-F238E27FC236}">
                  <a16:creationId xmlns:a16="http://schemas.microsoft.com/office/drawing/2014/main" id="{F678BBEA-FFA1-91E1-6559-910B45F63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54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" name="AutoShape 17">
              <a:extLst>
                <a:ext uri="{FF2B5EF4-FFF2-40B4-BE49-F238E27FC236}">
                  <a16:creationId xmlns:a16="http://schemas.microsoft.com/office/drawing/2014/main" id="{0944F04B-4F0B-3862-9311-3C8C9757B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7313" y="5424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" name="AutoShape 18">
              <a:extLst>
                <a:ext uri="{FF2B5EF4-FFF2-40B4-BE49-F238E27FC236}">
                  <a16:creationId xmlns:a16="http://schemas.microsoft.com/office/drawing/2014/main" id="{FA300BE8-B3CE-1EFC-3BB5-2097EF89F7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613" y="42941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3" name="AutoShape 19">
              <a:extLst>
                <a:ext uri="{FF2B5EF4-FFF2-40B4-BE49-F238E27FC236}">
                  <a16:creationId xmlns:a16="http://schemas.microsoft.com/office/drawing/2014/main" id="{3ED29321-E744-D328-AE9B-39EEE9AE93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1288" y="47879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2" name="AutoShape 20">
              <a:extLst>
                <a:ext uri="{FF2B5EF4-FFF2-40B4-BE49-F238E27FC236}">
                  <a16:creationId xmlns:a16="http://schemas.microsoft.com/office/drawing/2014/main" id="{950FFCA9-387F-C732-4F32-7A9921AFE3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813" y="5132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3" name="AutoShape 21">
              <a:extLst>
                <a:ext uri="{FF2B5EF4-FFF2-40B4-BE49-F238E27FC236}">
                  <a16:creationId xmlns:a16="http://schemas.microsoft.com/office/drawing/2014/main" id="{DDFEF637-BC2F-BB3B-591C-1746294CBE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613" y="42179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5" name="AutoShape 22">
              <a:extLst>
                <a:ext uri="{FF2B5EF4-FFF2-40B4-BE49-F238E27FC236}">
                  <a16:creationId xmlns:a16="http://schemas.microsoft.com/office/drawing/2014/main" id="{21AD1D7F-A568-2594-0438-0AFCECFE10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7138" y="27051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4" name="AutoShape 23">
              <a:extLst>
                <a:ext uri="{FF2B5EF4-FFF2-40B4-BE49-F238E27FC236}">
                  <a16:creationId xmlns:a16="http://schemas.microsoft.com/office/drawing/2014/main" id="{347DDFE7-A226-DA98-EF42-334BA09164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6738" y="2781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9" name="AutoShape 24">
              <a:extLst>
                <a:ext uri="{FF2B5EF4-FFF2-40B4-BE49-F238E27FC236}">
                  <a16:creationId xmlns:a16="http://schemas.microsoft.com/office/drawing/2014/main" id="{45E1EDCE-7519-AAB3-046D-970E16CCE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38" y="3543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0" name="AutoShape 25">
              <a:extLst>
                <a:ext uri="{FF2B5EF4-FFF2-40B4-BE49-F238E27FC236}">
                  <a16:creationId xmlns:a16="http://schemas.microsoft.com/office/drawing/2014/main" id="{EADFB8C5-C970-20A1-9623-F564A74646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5963" y="39878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2" name="AutoShape 27">
              <a:extLst>
                <a:ext uri="{FF2B5EF4-FFF2-40B4-BE49-F238E27FC236}">
                  <a16:creationId xmlns:a16="http://schemas.microsoft.com/office/drawing/2014/main" id="{6683831D-5D29-2CE9-4D27-A8C4F4DE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5725" y="3773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3" name="Line 28">
              <a:extLst>
                <a:ext uri="{FF2B5EF4-FFF2-40B4-BE49-F238E27FC236}">
                  <a16:creationId xmlns:a16="http://schemas.microsoft.com/office/drawing/2014/main" id="{044DE632-730E-C9B3-452A-C66634DB9D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95613" y="270510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4" name="Line 29">
              <a:extLst>
                <a:ext uri="{FF2B5EF4-FFF2-40B4-BE49-F238E27FC236}">
                  <a16:creationId xmlns:a16="http://schemas.microsoft.com/office/drawing/2014/main" id="{CA021B14-BA39-F149-0870-46F96CD60C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0" y="3810000"/>
              <a:ext cx="25400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7" name="Oval 30">
              <a:extLst>
                <a:ext uri="{FF2B5EF4-FFF2-40B4-BE49-F238E27FC236}">
                  <a16:creationId xmlns:a16="http://schemas.microsoft.com/office/drawing/2014/main" id="{B4E9216F-E7DE-2AAF-654F-D0F342137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6800" y="3924300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8" name="Oval 31">
              <a:extLst>
                <a:ext uri="{FF2B5EF4-FFF2-40B4-BE49-F238E27FC236}">
                  <a16:creationId xmlns:a16="http://schemas.microsoft.com/office/drawing/2014/main" id="{92253D86-6775-3431-F32C-78FE4A7E4D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719638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9" name="Oval 32">
              <a:extLst>
                <a:ext uri="{FF2B5EF4-FFF2-40B4-BE49-F238E27FC236}">
                  <a16:creationId xmlns:a16="http://schemas.microsoft.com/office/drawing/2014/main" id="{BE6364A4-60BA-6C18-A73C-F0D73674E7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3263" y="3906838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20" name="Line 33">
              <a:extLst>
                <a:ext uri="{FF2B5EF4-FFF2-40B4-BE49-F238E27FC236}">
                  <a16:creationId xmlns:a16="http://schemas.microsoft.com/office/drawing/2014/main" id="{FD892B0E-87EA-2AF0-8819-3E6A3FC2CE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06813" y="4624388"/>
              <a:ext cx="244475" cy="174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1" name="Line 34">
              <a:extLst>
                <a:ext uri="{FF2B5EF4-FFF2-40B4-BE49-F238E27FC236}">
                  <a16:creationId xmlns:a16="http://schemas.microsoft.com/office/drawing/2014/main" id="{4FCC03EF-3D8D-57AB-ABF9-1A95DBEC9E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59200" y="4062413"/>
              <a:ext cx="234950" cy="1793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2" name="Line 35">
              <a:extLst>
                <a:ext uri="{FF2B5EF4-FFF2-40B4-BE49-F238E27FC236}">
                  <a16:creationId xmlns:a16="http://schemas.microsoft.com/office/drawing/2014/main" id="{DCD394BE-B6C9-5328-3306-4DAFFAC762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3763" y="2886075"/>
              <a:ext cx="2009775" cy="26939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3" name="Line 36">
              <a:extLst>
                <a:ext uri="{FF2B5EF4-FFF2-40B4-BE49-F238E27FC236}">
                  <a16:creationId xmlns:a16="http://schemas.microsoft.com/office/drawing/2014/main" id="{E820EAA3-059C-17C0-2707-1C96A0F626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86063" y="2524125"/>
              <a:ext cx="2066925" cy="27701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4" name="Line 37">
              <a:extLst>
                <a:ext uri="{FF2B5EF4-FFF2-40B4-BE49-F238E27FC236}">
                  <a16:creationId xmlns:a16="http://schemas.microsoft.com/office/drawing/2014/main" id="{AF79B63E-4594-BE06-F472-CD292CB659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25938" y="3208338"/>
              <a:ext cx="841375" cy="5826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5" name="Line 38">
              <a:extLst>
                <a:ext uri="{FF2B5EF4-FFF2-40B4-BE49-F238E27FC236}">
                  <a16:creationId xmlns:a16="http://schemas.microsoft.com/office/drawing/2014/main" id="{6E721C26-1EE2-6C3E-C517-DEF092F758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6925" y="4064000"/>
              <a:ext cx="809625" cy="57785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6" name="Text Box 39">
              <a:extLst>
                <a:ext uri="{FF2B5EF4-FFF2-40B4-BE49-F238E27FC236}">
                  <a16:creationId xmlns:a16="http://schemas.microsoft.com/office/drawing/2014/main" id="{5D007EE6-CC0E-E898-A1D7-D75D4E9A06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488" y="3603625"/>
              <a:ext cx="7048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sz="2000" i="1">
                  <a:cs typeface="Times New Roman" panose="02020603050405020304" pitchFamily="18" charset="0"/>
                </a:rPr>
                <a:t>ξ</a:t>
              </a:r>
              <a:r>
                <a:rPr lang="en-US" altLang="en-US" sz="2000" i="1" baseline="-25000"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07927" name="Text Box 40">
              <a:extLst>
                <a:ext uri="{FF2B5EF4-FFF2-40B4-BE49-F238E27FC236}">
                  <a16:creationId xmlns:a16="http://schemas.microsoft.com/office/drawing/2014/main" id="{A346BD0B-2C02-A569-5D53-AE37D6B45C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57550" y="4067175"/>
              <a:ext cx="7048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sz="2000" i="1">
                  <a:cs typeface="Times New Roman" panose="02020603050405020304" pitchFamily="18" charset="0"/>
                </a:rPr>
                <a:t>ξ</a:t>
              </a:r>
              <a:r>
                <a:rPr lang="en-US" altLang="en-US" sz="2000" i="1" baseline="-25000"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07928" name="Oval 41">
              <a:extLst>
                <a:ext uri="{FF2B5EF4-FFF2-40B4-BE49-F238E27FC236}">
                  <a16:creationId xmlns:a16="http://schemas.microsoft.com/office/drawing/2014/main" id="{EEE86DCE-1B1C-23DD-8622-3DC4B7676A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700" y="3708400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29" name="Oval 42">
              <a:extLst>
                <a:ext uri="{FF2B5EF4-FFF2-40B4-BE49-F238E27FC236}">
                  <a16:creationId xmlns:a16="http://schemas.microsoft.com/office/drawing/2014/main" id="{3E8651C1-C933-BC2D-5C4C-5688FF5D34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4525" y="3916363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7930" name="文本框 207929">
                <a:extLst>
                  <a:ext uri="{FF2B5EF4-FFF2-40B4-BE49-F238E27FC236}">
                    <a16:creationId xmlns:a16="http://schemas.microsoft.com/office/drawing/2014/main" id="{C6B27641-203E-AC06-6773-14B053A4C606}"/>
                  </a:ext>
                </a:extLst>
              </p:cNvPr>
              <p:cNvSpPr txBox="1"/>
              <p:nvPr/>
            </p:nvSpPr>
            <p:spPr>
              <a:xfrm>
                <a:off x="5555456" y="2307816"/>
                <a:ext cx="6096000" cy="14025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lim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CN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den>
                          </m:f>
                          <m:r>
                            <a:rPr lang="en-US" altLang="zh-CN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nary>
                            <m:naryPr>
                              <m:chr m:val="∑"/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≥1−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≥0,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=1,2,…,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7930" name="文本框 207929">
                <a:extLst>
                  <a:ext uri="{FF2B5EF4-FFF2-40B4-BE49-F238E27FC236}">
                    <a16:creationId xmlns:a16="http://schemas.microsoft.com/office/drawing/2014/main" id="{C6B27641-203E-AC06-6773-14B053A4C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5456" y="2307816"/>
                <a:ext cx="6096000" cy="1402563"/>
              </a:xfrm>
              <a:prstGeom prst="rect">
                <a:avLst/>
              </a:prstGeom>
              <a:blipFill>
                <a:blip r:embed="rId4"/>
                <a:stretch>
                  <a:fillRect b="-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934" name="文本框 207933">
                <a:extLst>
                  <a:ext uri="{FF2B5EF4-FFF2-40B4-BE49-F238E27FC236}">
                    <a16:creationId xmlns:a16="http://schemas.microsoft.com/office/drawing/2014/main" id="{9834AEC3-37F4-5257-6733-E176664A1F9D}"/>
                  </a:ext>
                </a:extLst>
              </p:cNvPr>
              <p:cNvSpPr txBox="1"/>
              <p:nvPr/>
            </p:nvSpPr>
            <p:spPr>
              <a:xfrm>
                <a:off x="5739054" y="4119896"/>
                <a:ext cx="508055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讨论：常数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altLang="en-US" dirty="0"/>
                  <a:t> 的不同取值会带来什么不同结果？ </a:t>
                </a:r>
                <a:br>
                  <a:rPr lang="en-US" altLang="zh-CN" dirty="0"/>
                </a:br>
                <a:r>
                  <a:rPr lang="en-US" altLang="zh-CN" dirty="0"/>
                  <a:t>            </a:t>
                </a:r>
                <a:r>
                  <a:rPr lang="zh-CN" altLang="en-US" dirty="0"/>
                  <a:t>特别地，当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→+∞</m:t>
                    </m:r>
                  </m:oMath>
                </a14:m>
                <a:r>
                  <a:rPr lang="zh-CN" altLang="en-US" dirty="0"/>
                  <a:t> 时会怎么样？</a:t>
                </a:r>
              </a:p>
            </p:txBody>
          </p:sp>
        </mc:Choice>
        <mc:Fallback xmlns="">
          <p:sp>
            <p:nvSpPr>
              <p:cNvPr id="207934" name="文本框 207933">
                <a:extLst>
                  <a:ext uri="{FF2B5EF4-FFF2-40B4-BE49-F238E27FC236}">
                    <a16:creationId xmlns:a16="http://schemas.microsoft.com/office/drawing/2014/main" id="{9834AEC3-37F4-5257-6733-E176664A1F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9054" y="4119896"/>
                <a:ext cx="5080552" cy="646331"/>
              </a:xfrm>
              <a:prstGeom prst="rect">
                <a:avLst/>
              </a:prstGeom>
              <a:blipFill>
                <a:blip r:embed="rId5"/>
                <a:stretch>
                  <a:fillRect l="-959" t="-8491" r="-120" b="-113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60F50CF1-D3F4-AEE5-2DE5-2DF72E1FC815}"/>
              </a:ext>
            </a:extLst>
          </p:cNvPr>
          <p:cNvCxnSpPr>
            <a:cxnSpLocks/>
          </p:cNvCxnSpPr>
          <p:nvPr/>
        </p:nvCxnSpPr>
        <p:spPr>
          <a:xfrm rot="16200000" flipV="1">
            <a:off x="6442818" y="1562268"/>
            <a:ext cx="255298" cy="496094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A87EF1CD-3A18-52E9-70E0-5BF52CA8B102}"/>
              </a:ext>
            </a:extLst>
          </p:cNvPr>
          <p:cNvSpPr txBox="1"/>
          <p:nvPr/>
        </p:nvSpPr>
        <p:spPr>
          <a:xfrm>
            <a:off x="1400175" y="5417864"/>
            <a:ext cx="230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如果线性不可分</a:t>
            </a:r>
            <a:r>
              <a:rPr lang="en-US" altLang="zh-CN" dirty="0"/>
              <a:t>……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AA18B8-0835-61A5-E397-8915FFED7AB0}"/>
              </a:ext>
            </a:extLst>
          </p:cNvPr>
          <p:cNvSpPr txBox="1"/>
          <p:nvPr/>
        </p:nvSpPr>
        <p:spPr>
          <a:xfrm>
            <a:off x="5739054" y="5417864"/>
            <a:ext cx="50805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思考：如何克服线性不可分的困难？</a:t>
            </a:r>
          </a:p>
        </p:txBody>
      </p:sp>
    </p:spTree>
    <p:extLst>
      <p:ext uri="{BB962C8B-B14F-4D97-AF65-F5344CB8AC3E}">
        <p14:creationId xmlns:p14="http://schemas.microsoft.com/office/powerpoint/2010/main" val="2165157358"/>
      </p:ext>
    </p:extLst>
  </p:cSld>
  <p:clrMapOvr>
    <a:masterClrMapping/>
  </p:clrMapOvr>
  <p:transition advTm="349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7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79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7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79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932" grpId="0" uiExpand="1" build="p"/>
      <p:bldP spid="207874" grpId="0"/>
      <p:bldP spid="6" grpId="0"/>
      <p:bldP spid="207930" grpId="0"/>
      <p:bldP spid="207934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diagram of a triangle&#10;&#10;AI-generated content may be incorrect.">
            <a:extLst>
              <a:ext uri="{FF2B5EF4-FFF2-40B4-BE49-F238E27FC236}">
                <a16:creationId xmlns:a16="http://schemas.microsoft.com/office/drawing/2014/main" id="{AA405872-609C-0A22-8E11-47079424D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5144" y="1305396"/>
            <a:ext cx="4732228" cy="2648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960D8D-A29A-2BB9-6037-32791582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拓展</a:t>
            </a:r>
            <a:r>
              <a:rPr lang="zh-CN" altLang="en-US" dirty="0"/>
              <a:t>：</a:t>
            </a:r>
            <a:r>
              <a:rPr lang="en-CN" dirty="0"/>
              <a:t>核函数支持向量机</a:t>
            </a:r>
            <a:r>
              <a:rPr lang="zh-CN" altLang="en-US" dirty="0"/>
              <a:t>（</a:t>
            </a:r>
            <a:r>
              <a:rPr lang="en-US" altLang="zh-CN" dirty="0"/>
              <a:t>Kernel</a:t>
            </a:r>
            <a:r>
              <a:rPr lang="zh-CN" altLang="en-US" dirty="0"/>
              <a:t> </a:t>
            </a:r>
            <a:r>
              <a:rPr lang="en-US" altLang="zh-CN" dirty="0"/>
              <a:t>SVM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6E750-307E-AB8F-911C-9309F1549C8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</a:rPr>
              <a:t>想法：低维下线性不可分的问题，可以映射到更高维变成线性可分问题。</a:t>
            </a:r>
            <a:endParaRPr lang="en-CN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7DDA35-79D5-C222-6BA4-EB0013805A08}"/>
              </a:ext>
            </a:extLst>
          </p:cNvPr>
          <p:cNvSpPr txBox="1"/>
          <p:nvPr/>
        </p:nvSpPr>
        <p:spPr>
          <a:xfrm>
            <a:off x="1322174" y="6418723"/>
            <a:ext cx="8785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</a:rPr>
              <a:t>https://</a:t>
            </a:r>
            <a:r>
              <a:rPr lang="en-US" sz="1600" dirty="0" err="1">
                <a:solidFill>
                  <a:schemeClr val="bg1"/>
                </a:solidFill>
              </a:rPr>
              <a:t>medium.com</a:t>
            </a:r>
            <a:r>
              <a:rPr lang="en-US" sz="1600" dirty="0">
                <a:solidFill>
                  <a:schemeClr val="bg1"/>
                </a:solidFill>
              </a:rPr>
              <a:t>/@abhishekjainindore24/svm-kernels-and-its-type-dfc3d5f2dcd8</a:t>
            </a:r>
            <a:endParaRPr lang="en-CN" sz="1600" dirty="0">
              <a:solidFill>
                <a:schemeClr val="bg1"/>
              </a:solidFill>
            </a:endParaRPr>
          </a:p>
        </p:txBody>
      </p:sp>
      <p:pic>
        <p:nvPicPr>
          <p:cNvPr id="9" name="Picture 8" descr="A diagram of a graph&#10;&#10;AI-generated content may be incorrect.">
            <a:extLst>
              <a:ext uri="{FF2B5EF4-FFF2-40B4-BE49-F238E27FC236}">
                <a16:creationId xmlns:a16="http://schemas.microsoft.com/office/drawing/2014/main" id="{71B66093-6EB5-0887-2BD2-133CA5D46A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85" y="4089422"/>
            <a:ext cx="5264402" cy="2216590"/>
          </a:xfrm>
          <a:prstGeom prst="rect">
            <a:avLst/>
          </a:prstGeom>
        </p:spPr>
      </p:pic>
      <p:pic>
        <p:nvPicPr>
          <p:cNvPr id="11" name="Picture 10" descr="A graph of a sphere with a pointy object&#10;&#10;AI-generated content may be incorrect.">
            <a:extLst>
              <a:ext uri="{FF2B5EF4-FFF2-40B4-BE49-F238E27FC236}">
                <a16:creationId xmlns:a16="http://schemas.microsoft.com/office/drawing/2014/main" id="{38669EC3-0D00-25CA-7A66-B574989788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4798" y="3954129"/>
            <a:ext cx="5232921" cy="2050092"/>
          </a:xfrm>
          <a:prstGeom prst="rect">
            <a:avLst/>
          </a:prstGeom>
        </p:spPr>
      </p:pic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60AF719B-DB96-B811-CE89-FB767E1DA8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0"/>
          <a:stretch/>
        </p:blipFill>
        <p:spPr>
          <a:xfrm>
            <a:off x="789210" y="1501642"/>
            <a:ext cx="5264401" cy="225623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E09B4-29ED-0BB4-87F4-EBB41910C0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1271B27-9BC4-7503-40F0-F8FABFAB41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529" y="1421424"/>
            <a:ext cx="4672914" cy="467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28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最小二乘法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逻辑回归模型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CN" altLang="zh-CN" dirty="0"/>
              <a:t>线性判别分析</a:t>
            </a:r>
            <a:endParaRPr lang="en-US" altLang="zh-CN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决策树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支持向量机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03323-E858-D586-32E3-71D3B29A319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课后习题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>
                <a:normAutofit/>
              </a:bodyPr>
              <a:lstStyle/>
              <a:p>
                <a:pPr marL="342900" lvl="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，采用线性模型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𝑤𝑥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来拟合这个数据集，并且选择误差函数为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。请求出使得误差函数取得最小值的参数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，并且说明这样参数是否是唯一存在的。</a:t>
                </a:r>
                <a:br>
                  <a:rPr lang="en-US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b="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ℝ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，采用线性模型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，并且选择误差函数为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600" b="1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𝒘</m:t>
                                    </m:r>
                                  </m:e>
                                  <m:sup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sSup>
                      <m:sSup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，其中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≥0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是事先取定的超参数。请求出使得误差函数取得最小值的参数 </a:t>
                </a:r>
                <a14:m>
                  <m:oMath xmlns:m="http://schemas.openxmlformats.org/officeDocument/2006/math"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，并且说明这样参数是否是唯一存在的，以及讨论参数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的作用。</a:t>
                </a:r>
                <a:br>
                  <a:rPr lang="en-US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kern="100" dirty="0">
                  <a:effectLst/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lvl="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，设样本均值向量为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−2,1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=(2,−1)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，样本协方差矩阵为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𝚺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eqAr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𝚺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eqAr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，请按照线性判别分析（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LDA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）的步骤计算出二维向量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，并尝试给出几何解释。</a:t>
                </a:r>
                <a:b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1,0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,−1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3,3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,+1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0,4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,−1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3,−2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,+1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，请根据支持向量机的几何解释直接给出分类边界直线，并简单说明理由。</a:t>
                </a: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endParaRPr lang="zh-CN" altLang="zh-CN" sz="1600" kern="100" dirty="0">
                  <a:effectLst/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t="-21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9D5973-E736-765A-CC53-5663226D99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/26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6723-8396-A86C-5F67-DDCBB72D3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EAABC-C3AF-7A94-3BEC-32A0C287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课后习题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52CBE88-5B78-CCBC-2477-70E94FB7182E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927100"/>
                <a:ext cx="11429758" cy="5390900"/>
              </a:xfrm>
            </p:spPr>
            <p:txBody>
              <a:bodyPr>
                <a:normAutofit/>
              </a:bodyPr>
              <a:lstStyle/>
              <a:p>
                <a:pPr marL="342900" lvl="0" indent="-342900">
                  <a:lnSpc>
                    <a:spcPct val="115000"/>
                  </a:lnSpc>
                  <a:buFont typeface="+mj-lt"/>
                  <a:buAutoNum type="arabicPeriod" startAt="5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，采用逻辑回归模型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进行分类任务，其中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是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 Sigmoid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函数。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的反函数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与导函数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;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注意到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的值域为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，因此通常把逻辑回归模型的输入解释成后验概率估计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，即给定样本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后其类别为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 1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的概率。请验证关系式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1600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=1|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=0|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；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假设样本之间都是独立的，那么模型将会认为观察到这组数据的联合概率为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sz="1600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Π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</m:sSubSup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，我们希望选择合适的参数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使得这个概率尽可能大，因此定义“对数似然函数”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func>
                          <m:func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。请将其整理为关于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的具体表达式，并讨论“取对数”的作用；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的一阶导数，并结合梯度下降法的过程，尝试给出表达式的几何直观解释。</a:t>
                </a:r>
                <a:endParaRPr lang="en-CN" altLang="zh-CN" sz="1600" dirty="0"/>
              </a:p>
              <a:p>
                <a:pPr marL="342900" indent="-34290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endParaRPr lang="zh-CN" altLang="zh-CN" sz="14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52CBE88-5B78-CCBC-2477-70E94FB718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927100"/>
                <a:ext cx="11429758" cy="5390900"/>
              </a:xfrm>
              <a:blipFill>
                <a:blip r:embed="rId2"/>
                <a:stretch>
                  <a:fillRect r="-2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05162-D39B-3822-2AB6-D8CAB6516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27</a:t>
            </a:fld>
            <a:r>
              <a:rPr lang="en-US" altLang="zh-CN" dirty="0"/>
              <a:t>/26</a:t>
            </a:r>
          </a:p>
        </p:txBody>
      </p:sp>
    </p:spTree>
    <p:extLst>
      <p:ext uri="{BB962C8B-B14F-4D97-AF65-F5344CB8AC3E}">
        <p14:creationId xmlns:p14="http://schemas.microsoft.com/office/powerpoint/2010/main" val="36804017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逻辑回归模型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CN" altLang="zh-CN" dirty="0"/>
              <a:t>线性判别分析</a:t>
            </a:r>
            <a:endParaRPr lang="en-US" altLang="zh-CN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支持向量机与核函数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28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19395</TotalTime>
  <Words>2030</Words>
  <Application>Microsoft Office PowerPoint</Application>
  <PresentationFormat>宽屏</PresentationFormat>
  <Paragraphs>290</Paragraphs>
  <Slides>29</Slides>
  <Notes>6</Notes>
  <HiddenSlides>0</HiddenSlides>
  <MMClips>1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40" baseType="lpstr">
      <vt:lpstr>quote-cjk-patch</vt:lpstr>
      <vt:lpstr>等线</vt:lpstr>
      <vt:lpstr>微软雅黑</vt:lpstr>
      <vt:lpstr>微软雅黑</vt:lpstr>
      <vt:lpstr>Arial</vt:lpstr>
      <vt:lpstr>Book Antiqua</vt:lpstr>
      <vt:lpstr>Calibri</vt:lpstr>
      <vt:lpstr>Cambria Math</vt:lpstr>
      <vt:lpstr>Times New Roman</vt:lpstr>
      <vt:lpstr>Wingdings</vt:lpstr>
      <vt:lpstr>1_自定义设计方案</vt:lpstr>
      <vt:lpstr>传统机器学习 – 监督学习</vt:lpstr>
      <vt:lpstr>目录</vt:lpstr>
      <vt:lpstr>目录</vt:lpstr>
      <vt:lpstr>机器学习可以做什么？</vt:lpstr>
      <vt:lpstr>监督学习</vt:lpstr>
      <vt:lpstr>监督学习</vt:lpstr>
      <vt:lpstr>目录</vt:lpstr>
      <vt:lpstr>回归问题：最小二乘法</vt:lpstr>
      <vt:lpstr>回归问题：最小二乘法</vt:lpstr>
      <vt:lpstr>分类问题：二分类问题</vt:lpstr>
      <vt:lpstr>逻辑回归（Logistic Regression，LR）</vt:lpstr>
      <vt:lpstr>线性判别分析（Linear Discriminant Analysis，LDA）</vt:lpstr>
      <vt:lpstr>多分类学习</vt:lpstr>
      <vt:lpstr>目录</vt:lpstr>
      <vt:lpstr>决策树的基本流程</vt:lpstr>
      <vt:lpstr>决策树的基本流程</vt:lpstr>
      <vt:lpstr>剪枝处理</vt:lpstr>
      <vt:lpstr>多变量决策树</vt:lpstr>
      <vt:lpstr>目录</vt:lpstr>
      <vt:lpstr>分类问题：二分类问题</vt:lpstr>
      <vt:lpstr>点到平面的距离</vt:lpstr>
      <vt:lpstr>分类间隔与支持向量（Support Vector）</vt:lpstr>
      <vt:lpstr>硬间隔与软间隔</vt:lpstr>
      <vt:lpstr>拓展：核函数支持向量机（Kernel SVM）</vt:lpstr>
      <vt:lpstr>内容小结</vt:lpstr>
      <vt:lpstr>课后习题</vt:lpstr>
      <vt:lpstr>课后习题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631</cp:revision>
  <dcterms:created xsi:type="dcterms:W3CDTF">2020-06-05T07:59:00Z</dcterms:created>
  <dcterms:modified xsi:type="dcterms:W3CDTF">2026-02-23T03:25:54Z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