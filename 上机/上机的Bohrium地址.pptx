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506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161C"/>
    <a:srgbClr val="004C83"/>
    <a:srgbClr val="F4F4F4"/>
    <a:srgbClr val="8022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9"/>
    <p:restoredTop sz="89991" autoAdjust="0"/>
  </p:normalViewPr>
  <p:slideViewPr>
    <p:cSldViewPr snapToGrid="0" showGuides="1">
      <p:cViewPr varScale="1">
        <p:scale>
          <a:sx n="111" d="100"/>
          <a:sy n="111" d="100"/>
        </p:scale>
        <p:origin x="1310" y="86"/>
      </p:cViewPr>
      <p:guideLst>
        <p:guide orient="horz" pos="2160"/>
        <p:guide pos="3831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F4940-F995-4833-9F27-C67385BAD60D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DC296E-2C0A-4FFE-AF18-6ACF9EA988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C296E-2C0A-4FFE-AF18-6ACF9EA988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j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838200" y="296863"/>
            <a:ext cx="8039002" cy="703596"/>
          </a:xfrm>
        </p:spPr>
        <p:txBody>
          <a:bodyPr>
            <a:normAutofit/>
          </a:bodyPr>
          <a:lstStyle>
            <a:lvl1pPr>
              <a:defRPr sz="3200" b="0" i="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9475" y="279248"/>
            <a:ext cx="2730299" cy="72121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591670" y="279248"/>
            <a:ext cx="53789" cy="721210"/>
          </a:xfrm>
          <a:prstGeom prst="rect">
            <a:avLst/>
          </a:prstGeom>
          <a:solidFill>
            <a:srgbClr val="C916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618673" y="6303982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0" dirty="0">
                <a:solidFill>
                  <a:schemeClr val="bg1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i="0" dirty="0">
                <a:solidFill>
                  <a:schemeClr val="bg1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饮水思源  爱国荣校 </a:t>
            </a:r>
            <a:r>
              <a:rPr lang="en-US" altLang="zh-CN" b="1" i="0" dirty="0">
                <a:solidFill>
                  <a:schemeClr val="bg1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9191" y="971400"/>
            <a:ext cx="11208310" cy="5255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B0915-895C-4C44-A1DD-A55731EAB44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85088-3920-4DE5-A6A8-9E9F9926DE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Bohrium</a:t>
            </a:r>
            <a:r>
              <a:rPr lang="zh-CN" altLang="en-US" dirty="0"/>
              <a:t>平台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1766459" y="61260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3E93897F-CA4F-1A85-BFCF-760D33CEB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727495"/>
              </p:ext>
            </p:extLst>
          </p:nvPr>
        </p:nvGraphicFramePr>
        <p:xfrm>
          <a:off x="31167" y="1718627"/>
          <a:ext cx="12129666" cy="3698878"/>
        </p:xfrm>
        <a:graphic>
          <a:graphicData uri="http://schemas.openxmlformats.org/drawingml/2006/table">
            <a:tbl>
              <a:tblPr/>
              <a:tblGrid>
                <a:gridCol w="2018295">
                  <a:extLst>
                    <a:ext uri="{9D8B030D-6E8A-4147-A177-3AD203B41FA5}">
                      <a16:colId xmlns:a16="http://schemas.microsoft.com/office/drawing/2014/main" val="835544636"/>
                    </a:ext>
                  </a:extLst>
                </a:gridCol>
                <a:gridCol w="3141149">
                  <a:extLst>
                    <a:ext uri="{9D8B030D-6E8A-4147-A177-3AD203B41FA5}">
                      <a16:colId xmlns:a16="http://schemas.microsoft.com/office/drawing/2014/main" val="1434314079"/>
                    </a:ext>
                  </a:extLst>
                </a:gridCol>
                <a:gridCol w="1947227">
                  <a:extLst>
                    <a:ext uri="{9D8B030D-6E8A-4147-A177-3AD203B41FA5}">
                      <a16:colId xmlns:a16="http://schemas.microsoft.com/office/drawing/2014/main" val="2549989812"/>
                    </a:ext>
                  </a:extLst>
                </a:gridCol>
                <a:gridCol w="5022995">
                  <a:extLst>
                    <a:ext uri="{9D8B030D-6E8A-4147-A177-3AD203B41FA5}">
                      <a16:colId xmlns:a16="http://schemas.microsoft.com/office/drawing/2014/main" val="1530157851"/>
                    </a:ext>
                  </a:extLst>
                </a:gridCol>
              </a:tblGrid>
              <a:tr h="27040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日期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上机目录</a:t>
                      </a: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76305"/>
                  </a:ext>
                </a:extLst>
              </a:tr>
              <a:tr h="2704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是否课堂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链接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159314"/>
                  </a:ext>
                </a:extLst>
              </a:tr>
              <a:tr h="27813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2026/3/4</a:t>
                      </a: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周三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AI</a:t>
                      </a: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数学基础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https://www.bohrium.com/notebooks/72693128691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927747"/>
                  </a:ext>
                </a:extLst>
              </a:tr>
              <a:tr h="278132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https://www.bohrium.com/notebooks/14966123382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847954"/>
                  </a:ext>
                </a:extLst>
              </a:tr>
              <a:tr h="270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2026/3/9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高维数据性质与维数灾难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https://www.bohrium.com/notebooks/31974632597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963267"/>
                  </a:ext>
                </a:extLst>
              </a:tr>
              <a:tr h="27040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2026/3/11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周三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传统有监督学习</a:t>
                      </a: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LR+LDA</a:t>
                      </a: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https://www.bohrium.com/notebooks/23584487682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806125"/>
                  </a:ext>
                </a:extLst>
              </a:tr>
              <a:tr h="2704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https://www.bohrium.com/notebooks/31976472597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390834"/>
                  </a:ext>
                </a:extLst>
              </a:tr>
              <a:tr h="27040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2026/3/16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周一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传统无监督学习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</a:t>
                      </a:r>
                      <a:b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PCA+Kmeans</a:t>
                      </a:r>
                    </a:p>
                  </a:txBody>
                  <a:tcPr marL="105475" marR="105475" marT="52738" marB="5273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https://www.bohrium.com/notebooks/23584937682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150714"/>
                  </a:ext>
                </a:extLst>
              </a:tr>
              <a:tr h="2704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https://www.bohrium.com/notebooks/14825983382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347373"/>
                  </a:ext>
                </a:extLst>
              </a:tr>
              <a:tr h="270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2026/4/1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周三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深度学习现象：频率原则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https://www.bohrium.com/notebooks/62325174759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728337"/>
                  </a:ext>
                </a:extLst>
              </a:tr>
              <a:tr h="5253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2026/4/8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周三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深度学习现象：参数凝聚与解的平坦性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https://www.bohrium.com/notebooks/25124527682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98820"/>
                  </a:ext>
                </a:extLst>
              </a:tr>
              <a:tr h="2704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2026/4/15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周三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强化学习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否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https://www.bohrium.com/notebooks/72625428691</a:t>
                      </a:r>
                    </a:p>
                  </a:txBody>
                  <a:tcPr marL="7726" marR="7726" marT="77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4796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RkMDkyOWRlOTE2NmY3NDMyM2QyN2ZiMGI1Y2QwYzUifQ=="/>
  <p:tag name="KSO_WPP_MARK_KEY" val="1de7cdab-8532-4825-b9b1-58d16515245a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182</Words>
  <Application>Microsoft Office PowerPoint</Application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华文中宋</vt:lpstr>
      <vt:lpstr>宋体</vt:lpstr>
      <vt:lpstr>Arial</vt:lpstr>
      <vt:lpstr>Times New Roman</vt:lpstr>
      <vt:lpstr>Office 主题​​</vt:lpstr>
      <vt:lpstr>Bohrium平台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XiuMing Liu</dc:creator>
  <cp:lastModifiedBy>XiuMing Liu</cp:lastModifiedBy>
  <cp:revision>186</cp:revision>
  <dcterms:created xsi:type="dcterms:W3CDTF">2025-12-03T10:53:00Z</dcterms:created>
  <dcterms:modified xsi:type="dcterms:W3CDTF">2026-03-05T11:25:49Z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953CD6997CBE1FAC4C13306945C7CCC4_43</vt:lpwstr>
  </property>
  <property fmtid="{D5CDD505-2E9C-101B-9397-08002B2CF9AE}" pid="3" name="KSOProductBuildVer">
    <vt:lpwstr>2052-12.1.0.23542</vt:lpwstr>
  </property>
</Properties>
</file>